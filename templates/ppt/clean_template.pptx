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200"/>
    <a:srgbClr val="D18B0D"/>
    <a:srgbClr val="B96C7C"/>
    <a:srgbClr val="005B94"/>
    <a:srgbClr val="F0C3AA"/>
    <a:srgbClr val="ECA194"/>
    <a:srgbClr val="F4CBC4"/>
    <a:srgbClr val="F1C8B1"/>
    <a:srgbClr val="26377C"/>
    <a:srgbClr val="161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182" autoAdjust="0"/>
  </p:normalViewPr>
  <p:slideViewPr>
    <p:cSldViewPr snapToGrid="0">
      <p:cViewPr varScale="1">
        <p:scale>
          <a:sx n="76" d="100"/>
          <a:sy n="76" d="100"/>
        </p:scale>
        <p:origin x="108" y="5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30D54EB3-3C9A-4FB5-854B-B61E99699F57}"/>
              </a:ext>
            </a:extLst>
          </p:cNvPr>
          <p:cNvSpPr/>
          <p:nvPr/>
        </p:nvSpPr>
        <p:spPr>
          <a:xfrm>
            <a:off x="1" y="0"/>
            <a:ext cx="2032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E15C95BB-F2BF-4073-91F6-637687261760}"/>
              </a:ext>
            </a:extLst>
          </p:cNvPr>
          <p:cNvSpPr txBox="1"/>
          <p:nvPr userDrawn="1"/>
        </p:nvSpPr>
        <p:spPr>
          <a:xfrm>
            <a:off x="1514306" y="0"/>
            <a:ext cx="4523765" cy="68580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49600" b="1" dirty="0">
                <a:solidFill>
                  <a:schemeClr val="accent1"/>
                </a:solidFill>
              </a:rPr>
              <a:t>P</a:t>
            </a:r>
            <a:endParaRPr lang="zh-CN" altLang="en-US" sz="49600" b="1" dirty="0">
              <a:solidFill>
                <a:schemeClr val="accent1"/>
              </a:solidFill>
            </a:endParaRPr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44408" y="3898739"/>
            <a:ext cx="6474492" cy="4669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 i="0" u="none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335753" y="5418026"/>
            <a:ext cx="415668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335753" y="5841004"/>
            <a:ext cx="415668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5087852" y="1440257"/>
            <a:ext cx="6431048" cy="2361578"/>
          </a:xfrm>
        </p:spPr>
        <p:txBody>
          <a:bodyPr anchor="b">
            <a:noAutofit/>
          </a:bodyPr>
          <a:lstStyle>
            <a:lvl1pPr algn="r">
              <a:defRPr sz="4000" i="0" u="none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Clickto</a:t>
            </a:r>
            <a:r>
              <a:rPr lang="en-US" dirty="0"/>
              <a:t> edit                 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Mastertitle</a:t>
            </a:r>
            <a:r>
              <a:rPr lang="en-US" dirty="0"/>
              <a:t> style</a:t>
            </a:r>
            <a:endParaRPr lang="zh-CN" altLang="en-US" dirty="0"/>
          </a:p>
        </p:txBody>
      </p:sp>
      <p:grpSp>
        <p:nvGrpSpPr>
          <p:cNvPr id="353" name="组合 35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6BF779-E6A0-4683-B540-72B87796E0DD}"/>
              </a:ext>
            </a:extLst>
          </p:cNvPr>
          <p:cNvGrpSpPr/>
          <p:nvPr userDrawn="1"/>
        </p:nvGrpSpPr>
        <p:grpSpPr>
          <a:xfrm>
            <a:off x="247504" y="2781674"/>
            <a:ext cx="4471120" cy="4076326"/>
            <a:chOff x="3884613" y="1412875"/>
            <a:chExt cx="4422775" cy="4032250"/>
          </a:xfrm>
        </p:grpSpPr>
        <p:sp>
          <p:nvSpPr>
            <p:cNvPr id="354" name="îṥlíḓê">
              <a:extLst>
                <a:ext uri="{FF2B5EF4-FFF2-40B4-BE49-F238E27FC236}">
                  <a16:creationId xmlns:a16="http://schemas.microsoft.com/office/drawing/2014/main" id="{F4F435DF-451F-42FE-A92D-22280375217B}"/>
                </a:ext>
              </a:extLst>
            </p:cNvPr>
            <p:cNvSpPr/>
            <p:nvPr userDrawn="1"/>
          </p:nvSpPr>
          <p:spPr bwMode="auto">
            <a:xfrm>
              <a:off x="6294438" y="3136900"/>
              <a:ext cx="471488" cy="477838"/>
            </a:xfrm>
            <a:custGeom>
              <a:avLst/>
              <a:gdLst>
                <a:gd name="T0" fmla="*/ 135 w 143"/>
                <a:gd name="T1" fmla="*/ 57 h 145"/>
                <a:gd name="T2" fmla="*/ 56 w 143"/>
                <a:gd name="T3" fmla="*/ 8 h 145"/>
                <a:gd name="T4" fmla="*/ 8 w 143"/>
                <a:gd name="T5" fmla="*/ 88 h 145"/>
                <a:gd name="T6" fmla="*/ 86 w 143"/>
                <a:gd name="T7" fmla="*/ 136 h 145"/>
                <a:gd name="T8" fmla="*/ 135 w 143"/>
                <a:gd name="T9" fmla="*/ 5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45">
                  <a:moveTo>
                    <a:pt x="135" y="57"/>
                  </a:moveTo>
                  <a:cubicBezTo>
                    <a:pt x="126" y="22"/>
                    <a:pt x="91" y="0"/>
                    <a:pt x="56" y="8"/>
                  </a:cubicBezTo>
                  <a:cubicBezTo>
                    <a:pt x="21" y="17"/>
                    <a:pt x="0" y="52"/>
                    <a:pt x="8" y="88"/>
                  </a:cubicBezTo>
                  <a:cubicBezTo>
                    <a:pt x="17" y="123"/>
                    <a:pt x="52" y="145"/>
                    <a:pt x="86" y="136"/>
                  </a:cubicBezTo>
                  <a:cubicBezTo>
                    <a:pt x="121" y="128"/>
                    <a:pt x="143" y="92"/>
                    <a:pt x="135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î$ľiḓê">
              <a:extLst>
                <a:ext uri="{FF2B5EF4-FFF2-40B4-BE49-F238E27FC236}">
                  <a16:creationId xmlns:a16="http://schemas.microsoft.com/office/drawing/2014/main" id="{22959E4B-D145-4023-AF0D-02C9772FBDF2}"/>
                </a:ext>
              </a:extLst>
            </p:cNvPr>
            <p:cNvSpPr/>
            <p:nvPr userDrawn="1"/>
          </p:nvSpPr>
          <p:spPr bwMode="auto">
            <a:xfrm>
              <a:off x="5287963" y="4508500"/>
              <a:ext cx="1982788" cy="936625"/>
            </a:xfrm>
            <a:custGeom>
              <a:avLst/>
              <a:gdLst>
                <a:gd name="T0" fmla="*/ 599 w 601"/>
                <a:gd name="T1" fmla="*/ 235 h 284"/>
                <a:gd name="T2" fmla="*/ 510 w 601"/>
                <a:gd name="T3" fmla="*/ 11 h 284"/>
                <a:gd name="T4" fmla="*/ 494 w 601"/>
                <a:gd name="T5" fmla="*/ 0 h 284"/>
                <a:gd name="T6" fmla="*/ 290 w 601"/>
                <a:gd name="T7" fmla="*/ 0 h 284"/>
                <a:gd name="T8" fmla="*/ 106 w 601"/>
                <a:gd name="T9" fmla="*/ 0 h 284"/>
                <a:gd name="T10" fmla="*/ 90 w 601"/>
                <a:gd name="T11" fmla="*/ 11 h 284"/>
                <a:gd name="T12" fmla="*/ 1 w 601"/>
                <a:gd name="T13" fmla="*/ 235 h 284"/>
                <a:gd name="T14" fmla="*/ 15 w 601"/>
                <a:gd name="T15" fmla="*/ 252 h 284"/>
                <a:gd name="T16" fmla="*/ 267 w 601"/>
                <a:gd name="T17" fmla="*/ 252 h 284"/>
                <a:gd name="T18" fmla="*/ 267 w 601"/>
                <a:gd name="T19" fmla="*/ 252 h 284"/>
                <a:gd name="T20" fmla="*/ 300 w 601"/>
                <a:gd name="T21" fmla="*/ 284 h 284"/>
                <a:gd name="T22" fmla="*/ 300 w 601"/>
                <a:gd name="T23" fmla="*/ 284 h 284"/>
                <a:gd name="T24" fmla="*/ 334 w 601"/>
                <a:gd name="T25" fmla="*/ 252 h 284"/>
                <a:gd name="T26" fmla="*/ 334 w 601"/>
                <a:gd name="T27" fmla="*/ 252 h 284"/>
                <a:gd name="T28" fmla="*/ 586 w 601"/>
                <a:gd name="T29" fmla="*/ 252 h 284"/>
                <a:gd name="T30" fmla="*/ 599 w 601"/>
                <a:gd name="T31" fmla="*/ 235 h 284"/>
                <a:gd name="T32" fmla="*/ 599 w 601"/>
                <a:gd name="T33" fmla="*/ 23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1" h="284">
                  <a:moveTo>
                    <a:pt x="599" y="235"/>
                  </a:moveTo>
                  <a:cubicBezTo>
                    <a:pt x="510" y="11"/>
                    <a:pt x="510" y="11"/>
                    <a:pt x="510" y="11"/>
                  </a:cubicBezTo>
                  <a:cubicBezTo>
                    <a:pt x="508" y="4"/>
                    <a:pt x="501" y="0"/>
                    <a:pt x="494" y="0"/>
                  </a:cubicBezTo>
                  <a:cubicBezTo>
                    <a:pt x="290" y="0"/>
                    <a:pt x="290" y="0"/>
                    <a:pt x="290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99" y="0"/>
                    <a:pt x="93" y="4"/>
                    <a:pt x="90" y="11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0" y="245"/>
                    <a:pt x="7" y="252"/>
                    <a:pt x="15" y="252"/>
                  </a:cubicBezTo>
                  <a:cubicBezTo>
                    <a:pt x="267" y="252"/>
                    <a:pt x="267" y="252"/>
                    <a:pt x="267" y="252"/>
                  </a:cubicBezTo>
                  <a:cubicBezTo>
                    <a:pt x="267" y="252"/>
                    <a:pt x="267" y="252"/>
                    <a:pt x="267" y="252"/>
                  </a:cubicBezTo>
                  <a:cubicBezTo>
                    <a:pt x="267" y="270"/>
                    <a:pt x="282" y="284"/>
                    <a:pt x="300" y="284"/>
                  </a:cubicBezTo>
                  <a:cubicBezTo>
                    <a:pt x="300" y="284"/>
                    <a:pt x="300" y="284"/>
                    <a:pt x="300" y="284"/>
                  </a:cubicBezTo>
                  <a:cubicBezTo>
                    <a:pt x="319" y="284"/>
                    <a:pt x="334" y="270"/>
                    <a:pt x="334" y="252"/>
                  </a:cubicBezTo>
                  <a:cubicBezTo>
                    <a:pt x="334" y="252"/>
                    <a:pt x="334" y="252"/>
                    <a:pt x="334" y="252"/>
                  </a:cubicBezTo>
                  <a:cubicBezTo>
                    <a:pt x="586" y="252"/>
                    <a:pt x="586" y="252"/>
                    <a:pt x="586" y="252"/>
                  </a:cubicBezTo>
                  <a:cubicBezTo>
                    <a:pt x="594" y="252"/>
                    <a:pt x="601" y="245"/>
                    <a:pt x="599" y="235"/>
                  </a:cubicBezTo>
                  <a:cubicBezTo>
                    <a:pt x="599" y="235"/>
                    <a:pt x="599" y="235"/>
                    <a:pt x="599" y="235"/>
                  </a:cubicBezTo>
                  <a:close/>
                </a:path>
              </a:pathLst>
            </a:custGeom>
            <a:solidFill>
              <a:srgbClr val="243B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iŝliḑé">
              <a:extLst>
                <a:ext uri="{FF2B5EF4-FFF2-40B4-BE49-F238E27FC236}">
                  <a16:creationId xmlns:a16="http://schemas.microsoft.com/office/drawing/2014/main" id="{B3F6C37F-5C20-4160-A4EF-0FFF3DF5A775}"/>
                </a:ext>
              </a:extLst>
            </p:cNvPr>
            <p:cNvSpPr/>
            <p:nvPr userDrawn="1"/>
          </p:nvSpPr>
          <p:spPr bwMode="auto">
            <a:xfrm>
              <a:off x="5324476" y="4235450"/>
              <a:ext cx="1906588" cy="1136650"/>
            </a:xfrm>
            <a:custGeom>
              <a:avLst/>
              <a:gdLst>
                <a:gd name="T0" fmla="*/ 501 w 578"/>
                <a:gd name="T1" fmla="*/ 102 h 345"/>
                <a:gd name="T2" fmla="*/ 289 w 578"/>
                <a:gd name="T3" fmla="*/ 98 h 345"/>
                <a:gd name="T4" fmla="*/ 77 w 578"/>
                <a:gd name="T5" fmla="*/ 102 h 345"/>
                <a:gd name="T6" fmla="*/ 0 w 578"/>
                <a:gd name="T7" fmla="*/ 309 h 345"/>
                <a:gd name="T8" fmla="*/ 289 w 578"/>
                <a:gd name="T9" fmla="*/ 345 h 345"/>
                <a:gd name="T10" fmla="*/ 578 w 578"/>
                <a:gd name="T11" fmla="*/ 309 h 345"/>
                <a:gd name="T12" fmla="*/ 501 w 578"/>
                <a:gd name="T13" fmla="*/ 10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345">
                  <a:moveTo>
                    <a:pt x="501" y="102"/>
                  </a:moveTo>
                  <a:cubicBezTo>
                    <a:pt x="386" y="0"/>
                    <a:pt x="289" y="98"/>
                    <a:pt x="289" y="98"/>
                  </a:cubicBezTo>
                  <a:cubicBezTo>
                    <a:pt x="289" y="98"/>
                    <a:pt x="191" y="0"/>
                    <a:pt x="77" y="102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265" y="275"/>
                    <a:pt x="254" y="345"/>
                    <a:pt x="289" y="345"/>
                  </a:cubicBezTo>
                  <a:cubicBezTo>
                    <a:pt x="324" y="345"/>
                    <a:pt x="313" y="275"/>
                    <a:pt x="578" y="309"/>
                  </a:cubicBezTo>
                  <a:lnTo>
                    <a:pt x="501" y="102"/>
                  </a:lnTo>
                  <a:close/>
                </a:path>
              </a:pathLst>
            </a:custGeom>
            <a:solidFill>
              <a:srgbClr val="A8D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7" name="í$ḻîḑe">
              <a:extLst>
                <a:ext uri="{FF2B5EF4-FFF2-40B4-BE49-F238E27FC236}">
                  <a16:creationId xmlns:a16="http://schemas.microsoft.com/office/drawing/2014/main" id="{2E27D72B-FE2C-4E13-9C6E-7301C88A2B7E}"/>
                </a:ext>
              </a:extLst>
            </p:cNvPr>
            <p:cNvSpPr/>
            <p:nvPr userDrawn="1"/>
          </p:nvSpPr>
          <p:spPr bwMode="auto">
            <a:xfrm>
              <a:off x="5349876" y="4435475"/>
              <a:ext cx="1846263" cy="936625"/>
            </a:xfrm>
            <a:custGeom>
              <a:avLst/>
              <a:gdLst>
                <a:gd name="T0" fmla="*/ 493 w 559"/>
                <a:gd name="T1" fmla="*/ 48 h 284"/>
                <a:gd name="T2" fmla="*/ 373 w 559"/>
                <a:gd name="T3" fmla="*/ 6 h 284"/>
                <a:gd name="T4" fmla="*/ 270 w 559"/>
                <a:gd name="T5" fmla="*/ 56 h 284"/>
                <a:gd name="T6" fmla="*/ 163 w 559"/>
                <a:gd name="T7" fmla="*/ 7 h 284"/>
                <a:gd name="T8" fmla="*/ 69 w 559"/>
                <a:gd name="T9" fmla="*/ 50 h 284"/>
                <a:gd name="T10" fmla="*/ 0 w 559"/>
                <a:gd name="T11" fmla="*/ 236 h 284"/>
                <a:gd name="T12" fmla="*/ 176 w 559"/>
                <a:gd name="T13" fmla="*/ 224 h 284"/>
                <a:gd name="T14" fmla="*/ 278 w 559"/>
                <a:gd name="T15" fmla="*/ 282 h 284"/>
                <a:gd name="T16" fmla="*/ 280 w 559"/>
                <a:gd name="T17" fmla="*/ 283 h 284"/>
                <a:gd name="T18" fmla="*/ 281 w 559"/>
                <a:gd name="T19" fmla="*/ 283 h 284"/>
                <a:gd name="T20" fmla="*/ 380 w 559"/>
                <a:gd name="T21" fmla="*/ 224 h 284"/>
                <a:gd name="T22" fmla="*/ 559 w 559"/>
                <a:gd name="T23" fmla="*/ 236 h 284"/>
                <a:gd name="T24" fmla="*/ 493 w 559"/>
                <a:gd name="T25" fmla="*/ 48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9" h="284">
                  <a:moveTo>
                    <a:pt x="493" y="48"/>
                  </a:moveTo>
                  <a:cubicBezTo>
                    <a:pt x="493" y="48"/>
                    <a:pt x="447" y="0"/>
                    <a:pt x="373" y="6"/>
                  </a:cubicBezTo>
                  <a:cubicBezTo>
                    <a:pt x="296" y="11"/>
                    <a:pt x="275" y="44"/>
                    <a:pt x="270" y="56"/>
                  </a:cubicBezTo>
                  <a:cubicBezTo>
                    <a:pt x="265" y="45"/>
                    <a:pt x="242" y="12"/>
                    <a:pt x="163" y="7"/>
                  </a:cubicBezTo>
                  <a:cubicBezTo>
                    <a:pt x="89" y="2"/>
                    <a:pt x="69" y="50"/>
                    <a:pt x="69" y="50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69" y="205"/>
                    <a:pt x="176" y="224"/>
                  </a:cubicBezTo>
                  <a:cubicBezTo>
                    <a:pt x="236" y="235"/>
                    <a:pt x="270" y="272"/>
                    <a:pt x="278" y="282"/>
                  </a:cubicBezTo>
                  <a:cubicBezTo>
                    <a:pt x="279" y="283"/>
                    <a:pt x="279" y="283"/>
                    <a:pt x="280" y="283"/>
                  </a:cubicBezTo>
                  <a:cubicBezTo>
                    <a:pt x="280" y="284"/>
                    <a:pt x="281" y="284"/>
                    <a:pt x="281" y="283"/>
                  </a:cubicBezTo>
                  <a:cubicBezTo>
                    <a:pt x="289" y="272"/>
                    <a:pt x="320" y="235"/>
                    <a:pt x="380" y="224"/>
                  </a:cubicBezTo>
                  <a:cubicBezTo>
                    <a:pt x="486" y="205"/>
                    <a:pt x="559" y="236"/>
                    <a:pt x="559" y="236"/>
                  </a:cubicBezTo>
                  <a:lnTo>
                    <a:pt x="493" y="48"/>
                  </a:lnTo>
                  <a:close/>
                </a:path>
              </a:pathLst>
            </a:cu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8" name="îṩḻíḑé">
              <a:extLst>
                <a:ext uri="{FF2B5EF4-FFF2-40B4-BE49-F238E27FC236}">
                  <a16:creationId xmlns:a16="http://schemas.microsoft.com/office/drawing/2014/main" id="{2236D101-ECC6-402A-8A56-322CE5A2AA75}"/>
                </a:ext>
              </a:extLst>
            </p:cNvPr>
            <p:cNvSpPr/>
            <p:nvPr userDrawn="1"/>
          </p:nvSpPr>
          <p:spPr bwMode="auto">
            <a:xfrm>
              <a:off x="5389563" y="4416425"/>
              <a:ext cx="1773238" cy="903288"/>
            </a:xfrm>
            <a:custGeom>
              <a:avLst/>
              <a:gdLst>
                <a:gd name="T0" fmla="*/ 476 w 537"/>
                <a:gd name="T1" fmla="*/ 51 h 274"/>
                <a:gd name="T2" fmla="*/ 366 w 537"/>
                <a:gd name="T3" fmla="*/ 6 h 274"/>
                <a:gd name="T4" fmla="*/ 269 w 537"/>
                <a:gd name="T5" fmla="*/ 59 h 274"/>
                <a:gd name="T6" fmla="*/ 172 w 537"/>
                <a:gd name="T7" fmla="*/ 6 h 274"/>
                <a:gd name="T8" fmla="*/ 62 w 537"/>
                <a:gd name="T9" fmla="*/ 51 h 274"/>
                <a:gd name="T10" fmla="*/ 0 w 537"/>
                <a:gd name="T11" fmla="*/ 227 h 274"/>
                <a:gd name="T12" fmla="*/ 173 w 537"/>
                <a:gd name="T13" fmla="*/ 209 h 274"/>
                <a:gd name="T14" fmla="*/ 268 w 537"/>
                <a:gd name="T15" fmla="*/ 272 h 274"/>
                <a:gd name="T16" fmla="*/ 269 w 537"/>
                <a:gd name="T17" fmla="*/ 273 h 274"/>
                <a:gd name="T18" fmla="*/ 270 w 537"/>
                <a:gd name="T19" fmla="*/ 273 h 274"/>
                <a:gd name="T20" fmla="*/ 365 w 537"/>
                <a:gd name="T21" fmla="*/ 209 h 274"/>
                <a:gd name="T22" fmla="*/ 537 w 537"/>
                <a:gd name="T23" fmla="*/ 227 h 274"/>
                <a:gd name="T24" fmla="*/ 476 w 537"/>
                <a:gd name="T25" fmla="*/ 51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7" h="274">
                  <a:moveTo>
                    <a:pt x="476" y="51"/>
                  </a:moveTo>
                  <a:cubicBezTo>
                    <a:pt x="476" y="51"/>
                    <a:pt x="435" y="0"/>
                    <a:pt x="366" y="6"/>
                  </a:cubicBezTo>
                  <a:cubicBezTo>
                    <a:pt x="295" y="12"/>
                    <a:pt x="274" y="46"/>
                    <a:pt x="269" y="59"/>
                  </a:cubicBezTo>
                  <a:cubicBezTo>
                    <a:pt x="265" y="47"/>
                    <a:pt x="245" y="12"/>
                    <a:pt x="172" y="6"/>
                  </a:cubicBezTo>
                  <a:cubicBezTo>
                    <a:pt x="103" y="0"/>
                    <a:pt x="62" y="51"/>
                    <a:pt x="62" y="51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27"/>
                    <a:pt x="74" y="188"/>
                    <a:pt x="173" y="209"/>
                  </a:cubicBezTo>
                  <a:cubicBezTo>
                    <a:pt x="229" y="221"/>
                    <a:pt x="260" y="261"/>
                    <a:pt x="268" y="272"/>
                  </a:cubicBezTo>
                  <a:cubicBezTo>
                    <a:pt x="268" y="273"/>
                    <a:pt x="269" y="273"/>
                    <a:pt x="269" y="273"/>
                  </a:cubicBezTo>
                  <a:cubicBezTo>
                    <a:pt x="269" y="274"/>
                    <a:pt x="270" y="274"/>
                    <a:pt x="270" y="273"/>
                  </a:cubicBezTo>
                  <a:cubicBezTo>
                    <a:pt x="278" y="261"/>
                    <a:pt x="308" y="221"/>
                    <a:pt x="365" y="209"/>
                  </a:cubicBezTo>
                  <a:cubicBezTo>
                    <a:pt x="464" y="188"/>
                    <a:pt x="537" y="227"/>
                    <a:pt x="537" y="227"/>
                  </a:cubicBezTo>
                  <a:lnTo>
                    <a:pt x="476" y="51"/>
                  </a:lnTo>
                  <a:close/>
                </a:path>
              </a:pathLst>
            </a:custGeom>
            <a:solidFill>
              <a:srgbClr val="CB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9" name="îṡḷïďè">
              <a:extLst>
                <a:ext uri="{FF2B5EF4-FFF2-40B4-BE49-F238E27FC236}">
                  <a16:creationId xmlns:a16="http://schemas.microsoft.com/office/drawing/2014/main" id="{EA33A3C6-438D-431B-A9FA-369602265CE7}"/>
                </a:ext>
              </a:extLst>
            </p:cNvPr>
            <p:cNvSpPr/>
            <p:nvPr userDrawn="1"/>
          </p:nvSpPr>
          <p:spPr bwMode="auto">
            <a:xfrm>
              <a:off x="5395913" y="4370388"/>
              <a:ext cx="1757363" cy="949325"/>
            </a:xfrm>
            <a:custGeom>
              <a:avLst/>
              <a:gdLst>
                <a:gd name="T0" fmla="*/ 466 w 532"/>
                <a:gd name="T1" fmla="*/ 50 h 288"/>
                <a:gd name="T2" fmla="*/ 358 w 532"/>
                <a:gd name="T3" fmla="*/ 5 h 288"/>
                <a:gd name="T4" fmla="*/ 266 w 532"/>
                <a:gd name="T5" fmla="*/ 57 h 288"/>
                <a:gd name="T6" fmla="*/ 174 w 532"/>
                <a:gd name="T7" fmla="*/ 5 h 288"/>
                <a:gd name="T8" fmla="*/ 67 w 532"/>
                <a:gd name="T9" fmla="*/ 50 h 288"/>
                <a:gd name="T10" fmla="*/ 0 w 532"/>
                <a:gd name="T11" fmla="*/ 240 h 288"/>
                <a:gd name="T12" fmla="*/ 170 w 532"/>
                <a:gd name="T13" fmla="*/ 215 h 288"/>
                <a:gd name="T14" fmla="*/ 265 w 532"/>
                <a:gd name="T15" fmla="*/ 286 h 288"/>
                <a:gd name="T16" fmla="*/ 266 w 532"/>
                <a:gd name="T17" fmla="*/ 287 h 288"/>
                <a:gd name="T18" fmla="*/ 267 w 532"/>
                <a:gd name="T19" fmla="*/ 286 h 288"/>
                <a:gd name="T20" fmla="*/ 362 w 532"/>
                <a:gd name="T21" fmla="*/ 215 h 288"/>
                <a:gd name="T22" fmla="*/ 532 w 532"/>
                <a:gd name="T23" fmla="*/ 240 h 288"/>
                <a:gd name="T24" fmla="*/ 466 w 532"/>
                <a:gd name="T25" fmla="*/ 5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2" h="288">
                  <a:moveTo>
                    <a:pt x="466" y="50"/>
                  </a:moveTo>
                  <a:cubicBezTo>
                    <a:pt x="466" y="50"/>
                    <a:pt x="423" y="0"/>
                    <a:pt x="358" y="5"/>
                  </a:cubicBezTo>
                  <a:cubicBezTo>
                    <a:pt x="290" y="11"/>
                    <a:pt x="271" y="45"/>
                    <a:pt x="266" y="57"/>
                  </a:cubicBezTo>
                  <a:cubicBezTo>
                    <a:pt x="262" y="46"/>
                    <a:pt x="243" y="11"/>
                    <a:pt x="174" y="5"/>
                  </a:cubicBezTo>
                  <a:cubicBezTo>
                    <a:pt x="109" y="0"/>
                    <a:pt x="67" y="50"/>
                    <a:pt x="67" y="5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0"/>
                    <a:pt x="71" y="192"/>
                    <a:pt x="170" y="215"/>
                  </a:cubicBezTo>
                  <a:cubicBezTo>
                    <a:pt x="226" y="229"/>
                    <a:pt x="256" y="273"/>
                    <a:pt x="265" y="286"/>
                  </a:cubicBezTo>
                  <a:cubicBezTo>
                    <a:pt x="265" y="287"/>
                    <a:pt x="265" y="287"/>
                    <a:pt x="266" y="287"/>
                  </a:cubicBezTo>
                  <a:cubicBezTo>
                    <a:pt x="266" y="288"/>
                    <a:pt x="267" y="288"/>
                    <a:pt x="267" y="286"/>
                  </a:cubicBezTo>
                  <a:cubicBezTo>
                    <a:pt x="275" y="273"/>
                    <a:pt x="306" y="229"/>
                    <a:pt x="362" y="215"/>
                  </a:cubicBezTo>
                  <a:cubicBezTo>
                    <a:pt x="461" y="192"/>
                    <a:pt x="532" y="240"/>
                    <a:pt x="532" y="240"/>
                  </a:cubicBezTo>
                  <a:lnTo>
                    <a:pt x="466" y="50"/>
                  </a:lnTo>
                  <a:close/>
                </a:path>
              </a:pathLst>
            </a:custGeom>
            <a:solidFill>
              <a:srgbClr val="F3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0" name="íŝliḑè">
              <a:extLst>
                <a:ext uri="{FF2B5EF4-FFF2-40B4-BE49-F238E27FC236}">
                  <a16:creationId xmlns:a16="http://schemas.microsoft.com/office/drawing/2014/main" id="{5650DF4D-6FF9-406B-97E0-2FD252F32857}"/>
                </a:ext>
              </a:extLst>
            </p:cNvPr>
            <p:cNvSpPr/>
            <p:nvPr userDrawn="1"/>
          </p:nvSpPr>
          <p:spPr bwMode="auto">
            <a:xfrm>
              <a:off x="6538913" y="4679950"/>
              <a:ext cx="774700" cy="293688"/>
            </a:xfrm>
            <a:custGeom>
              <a:avLst/>
              <a:gdLst>
                <a:gd name="T0" fmla="*/ 231 w 235"/>
                <a:gd name="T1" fmla="*/ 73 h 89"/>
                <a:gd name="T2" fmla="*/ 110 w 235"/>
                <a:gd name="T3" fmla="*/ 73 h 89"/>
                <a:gd name="T4" fmla="*/ 4 w 235"/>
                <a:gd name="T5" fmla="*/ 16 h 89"/>
                <a:gd name="T6" fmla="*/ 125 w 235"/>
                <a:gd name="T7" fmla="*/ 16 h 89"/>
                <a:gd name="T8" fmla="*/ 231 w 235"/>
                <a:gd name="T9" fmla="*/ 7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89">
                  <a:moveTo>
                    <a:pt x="231" y="73"/>
                  </a:moveTo>
                  <a:cubicBezTo>
                    <a:pt x="227" y="89"/>
                    <a:pt x="173" y="89"/>
                    <a:pt x="110" y="73"/>
                  </a:cubicBezTo>
                  <a:cubicBezTo>
                    <a:pt x="48" y="58"/>
                    <a:pt x="0" y="32"/>
                    <a:pt x="4" y="16"/>
                  </a:cubicBezTo>
                  <a:cubicBezTo>
                    <a:pt x="8" y="0"/>
                    <a:pt x="62" y="0"/>
                    <a:pt x="125" y="16"/>
                  </a:cubicBezTo>
                  <a:cubicBezTo>
                    <a:pt x="187" y="31"/>
                    <a:pt x="235" y="57"/>
                    <a:pt x="231" y="73"/>
                  </a:cubicBezTo>
                  <a:close/>
                </a:path>
              </a:pathLst>
            </a:custGeom>
            <a:solidFill>
              <a:srgbClr val="E0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1" name="iṥļîdé">
              <a:extLst>
                <a:ext uri="{FF2B5EF4-FFF2-40B4-BE49-F238E27FC236}">
                  <a16:creationId xmlns:a16="http://schemas.microsoft.com/office/drawing/2014/main" id="{976D1F7C-3800-482B-A2E7-DC89468A0FC9}"/>
                </a:ext>
              </a:extLst>
            </p:cNvPr>
            <p:cNvSpPr/>
            <p:nvPr userDrawn="1"/>
          </p:nvSpPr>
          <p:spPr bwMode="auto">
            <a:xfrm>
              <a:off x="5994401" y="5160963"/>
              <a:ext cx="55563" cy="207963"/>
            </a:xfrm>
            <a:custGeom>
              <a:avLst/>
              <a:gdLst>
                <a:gd name="T0" fmla="*/ 0 w 35"/>
                <a:gd name="T1" fmla="*/ 0 h 131"/>
                <a:gd name="T2" fmla="*/ 0 w 35"/>
                <a:gd name="T3" fmla="*/ 131 h 131"/>
                <a:gd name="T4" fmla="*/ 16 w 35"/>
                <a:gd name="T5" fmla="*/ 123 h 131"/>
                <a:gd name="T6" fmla="*/ 35 w 35"/>
                <a:gd name="T7" fmla="*/ 131 h 131"/>
                <a:gd name="T8" fmla="*/ 35 w 35"/>
                <a:gd name="T9" fmla="*/ 11 h 131"/>
                <a:gd name="T10" fmla="*/ 0 w 35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31">
                  <a:moveTo>
                    <a:pt x="0" y="0"/>
                  </a:moveTo>
                  <a:lnTo>
                    <a:pt x="0" y="131"/>
                  </a:lnTo>
                  <a:lnTo>
                    <a:pt x="16" y="123"/>
                  </a:lnTo>
                  <a:lnTo>
                    <a:pt x="35" y="131"/>
                  </a:lnTo>
                  <a:lnTo>
                    <a:pt x="3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2" name="iŝľïḋe">
              <a:extLst>
                <a:ext uri="{FF2B5EF4-FFF2-40B4-BE49-F238E27FC236}">
                  <a16:creationId xmlns:a16="http://schemas.microsoft.com/office/drawing/2014/main" id="{32A362E4-A552-4053-ABF6-4925E42C60A2}"/>
                </a:ext>
              </a:extLst>
            </p:cNvPr>
            <p:cNvSpPr/>
            <p:nvPr userDrawn="1"/>
          </p:nvSpPr>
          <p:spPr bwMode="auto">
            <a:xfrm>
              <a:off x="5395913" y="4370388"/>
              <a:ext cx="881063" cy="949325"/>
            </a:xfrm>
            <a:custGeom>
              <a:avLst/>
              <a:gdLst>
                <a:gd name="T0" fmla="*/ 267 w 267"/>
                <a:gd name="T1" fmla="*/ 287 h 288"/>
                <a:gd name="T2" fmla="*/ 267 w 267"/>
                <a:gd name="T3" fmla="*/ 55 h 288"/>
                <a:gd name="T4" fmla="*/ 266 w 267"/>
                <a:gd name="T5" fmla="*/ 57 h 288"/>
                <a:gd name="T6" fmla="*/ 174 w 267"/>
                <a:gd name="T7" fmla="*/ 5 h 288"/>
                <a:gd name="T8" fmla="*/ 67 w 267"/>
                <a:gd name="T9" fmla="*/ 50 h 288"/>
                <a:gd name="T10" fmla="*/ 0 w 267"/>
                <a:gd name="T11" fmla="*/ 240 h 288"/>
                <a:gd name="T12" fmla="*/ 170 w 267"/>
                <a:gd name="T13" fmla="*/ 215 h 288"/>
                <a:gd name="T14" fmla="*/ 265 w 267"/>
                <a:gd name="T15" fmla="*/ 286 h 288"/>
                <a:gd name="T16" fmla="*/ 266 w 267"/>
                <a:gd name="T17" fmla="*/ 287 h 288"/>
                <a:gd name="T18" fmla="*/ 267 w 267"/>
                <a:gd name="T19" fmla="*/ 287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7" h="288">
                  <a:moveTo>
                    <a:pt x="267" y="287"/>
                  </a:moveTo>
                  <a:cubicBezTo>
                    <a:pt x="267" y="55"/>
                    <a:pt x="267" y="55"/>
                    <a:pt x="267" y="55"/>
                  </a:cubicBezTo>
                  <a:cubicBezTo>
                    <a:pt x="267" y="56"/>
                    <a:pt x="266" y="57"/>
                    <a:pt x="266" y="57"/>
                  </a:cubicBezTo>
                  <a:cubicBezTo>
                    <a:pt x="262" y="46"/>
                    <a:pt x="243" y="11"/>
                    <a:pt x="174" y="5"/>
                  </a:cubicBezTo>
                  <a:cubicBezTo>
                    <a:pt x="109" y="0"/>
                    <a:pt x="67" y="50"/>
                    <a:pt x="67" y="5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0"/>
                    <a:pt x="71" y="192"/>
                    <a:pt x="170" y="215"/>
                  </a:cubicBezTo>
                  <a:cubicBezTo>
                    <a:pt x="226" y="229"/>
                    <a:pt x="256" y="273"/>
                    <a:pt x="265" y="286"/>
                  </a:cubicBezTo>
                  <a:cubicBezTo>
                    <a:pt x="265" y="287"/>
                    <a:pt x="265" y="287"/>
                    <a:pt x="266" y="287"/>
                  </a:cubicBezTo>
                  <a:cubicBezTo>
                    <a:pt x="266" y="287"/>
                    <a:pt x="266" y="288"/>
                    <a:pt x="267" y="287"/>
                  </a:cubicBezTo>
                  <a:close/>
                </a:path>
              </a:pathLst>
            </a:custGeom>
            <a:solidFill>
              <a:srgbClr val="E0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3" name="ís1iḑè">
              <a:extLst>
                <a:ext uri="{FF2B5EF4-FFF2-40B4-BE49-F238E27FC236}">
                  <a16:creationId xmlns:a16="http://schemas.microsoft.com/office/drawing/2014/main" id="{1E88D476-30E0-4E89-95BB-07F0F754E299}"/>
                </a:ext>
              </a:extLst>
            </p:cNvPr>
            <p:cNvSpPr/>
            <p:nvPr userDrawn="1"/>
          </p:nvSpPr>
          <p:spPr bwMode="auto">
            <a:xfrm>
              <a:off x="6294438" y="3136900"/>
              <a:ext cx="471488" cy="477838"/>
            </a:xfrm>
            <a:custGeom>
              <a:avLst/>
              <a:gdLst>
                <a:gd name="T0" fmla="*/ 135 w 143"/>
                <a:gd name="T1" fmla="*/ 57 h 145"/>
                <a:gd name="T2" fmla="*/ 56 w 143"/>
                <a:gd name="T3" fmla="*/ 8 h 145"/>
                <a:gd name="T4" fmla="*/ 8 w 143"/>
                <a:gd name="T5" fmla="*/ 88 h 145"/>
                <a:gd name="T6" fmla="*/ 86 w 143"/>
                <a:gd name="T7" fmla="*/ 136 h 145"/>
                <a:gd name="T8" fmla="*/ 135 w 143"/>
                <a:gd name="T9" fmla="*/ 5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45">
                  <a:moveTo>
                    <a:pt x="135" y="57"/>
                  </a:moveTo>
                  <a:cubicBezTo>
                    <a:pt x="126" y="22"/>
                    <a:pt x="91" y="0"/>
                    <a:pt x="56" y="8"/>
                  </a:cubicBezTo>
                  <a:cubicBezTo>
                    <a:pt x="21" y="17"/>
                    <a:pt x="0" y="52"/>
                    <a:pt x="8" y="88"/>
                  </a:cubicBezTo>
                  <a:cubicBezTo>
                    <a:pt x="17" y="123"/>
                    <a:pt x="52" y="145"/>
                    <a:pt x="86" y="136"/>
                  </a:cubicBezTo>
                  <a:cubicBezTo>
                    <a:pt x="121" y="128"/>
                    <a:pt x="143" y="92"/>
                    <a:pt x="135" y="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4" name="i$ḷïḑè">
              <a:extLst>
                <a:ext uri="{FF2B5EF4-FFF2-40B4-BE49-F238E27FC236}">
                  <a16:creationId xmlns:a16="http://schemas.microsoft.com/office/drawing/2014/main" id="{D1BC6C51-D3C0-4C85-932A-38EC7A998512}"/>
                </a:ext>
              </a:extLst>
            </p:cNvPr>
            <p:cNvSpPr/>
            <p:nvPr userDrawn="1"/>
          </p:nvSpPr>
          <p:spPr bwMode="auto">
            <a:xfrm>
              <a:off x="6426201" y="3235325"/>
              <a:ext cx="146050" cy="79375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5" name="isḻïḑê">
              <a:extLst>
                <a:ext uri="{FF2B5EF4-FFF2-40B4-BE49-F238E27FC236}">
                  <a16:creationId xmlns:a16="http://schemas.microsoft.com/office/drawing/2014/main" id="{4A2B327F-D60B-412B-AB84-FA10D272DAFC}"/>
                </a:ext>
              </a:extLst>
            </p:cNvPr>
            <p:cNvSpPr/>
            <p:nvPr userDrawn="1"/>
          </p:nvSpPr>
          <p:spPr bwMode="auto">
            <a:xfrm>
              <a:off x="6499226" y="3565525"/>
              <a:ext cx="98425" cy="26988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6" name="í$ļîḋê">
              <a:extLst>
                <a:ext uri="{FF2B5EF4-FFF2-40B4-BE49-F238E27FC236}">
                  <a16:creationId xmlns:a16="http://schemas.microsoft.com/office/drawing/2014/main" id="{47D3B1DF-040B-4675-8F1A-5FD6AF540BD4}"/>
                </a:ext>
              </a:extLst>
            </p:cNvPr>
            <p:cNvSpPr/>
            <p:nvPr userDrawn="1"/>
          </p:nvSpPr>
          <p:spPr bwMode="auto">
            <a:xfrm>
              <a:off x="6630195" y="3296444"/>
              <a:ext cx="117475" cy="122238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7" name="îşliḋê">
              <a:extLst>
                <a:ext uri="{FF2B5EF4-FFF2-40B4-BE49-F238E27FC236}">
                  <a16:creationId xmlns:a16="http://schemas.microsoft.com/office/drawing/2014/main" id="{4A1B54FF-FC64-4629-AD31-CA0DFBC30EEC}"/>
                </a:ext>
              </a:extLst>
            </p:cNvPr>
            <p:cNvSpPr/>
            <p:nvPr userDrawn="1"/>
          </p:nvSpPr>
          <p:spPr bwMode="auto">
            <a:xfrm>
              <a:off x="6321426" y="3367087"/>
              <a:ext cx="128588" cy="128588"/>
            </a:xfrm>
            <a:prstGeom prst="ellipse">
              <a:avLst/>
            </a:pr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8" name="iŝ1îḑê">
              <a:extLst>
                <a:ext uri="{FF2B5EF4-FFF2-40B4-BE49-F238E27FC236}">
                  <a16:creationId xmlns:a16="http://schemas.microsoft.com/office/drawing/2014/main" id="{963C732F-AC59-41DC-A824-5C477E9DEABC}"/>
                </a:ext>
              </a:extLst>
            </p:cNvPr>
            <p:cNvSpPr/>
            <p:nvPr userDrawn="1"/>
          </p:nvSpPr>
          <p:spPr bwMode="auto">
            <a:xfrm>
              <a:off x="3884613" y="4003675"/>
              <a:ext cx="788988" cy="785813"/>
            </a:xfrm>
            <a:custGeom>
              <a:avLst/>
              <a:gdLst>
                <a:gd name="T0" fmla="*/ 0 w 239"/>
                <a:gd name="T1" fmla="*/ 120 h 238"/>
                <a:gd name="T2" fmla="*/ 120 w 239"/>
                <a:gd name="T3" fmla="*/ 238 h 238"/>
                <a:gd name="T4" fmla="*/ 238 w 239"/>
                <a:gd name="T5" fmla="*/ 118 h 238"/>
                <a:gd name="T6" fmla="*/ 119 w 239"/>
                <a:gd name="T7" fmla="*/ 0 h 238"/>
                <a:gd name="T8" fmla="*/ 0 w 239"/>
                <a:gd name="T9" fmla="*/ 12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238">
                  <a:moveTo>
                    <a:pt x="0" y="120"/>
                  </a:moveTo>
                  <a:cubicBezTo>
                    <a:pt x="1" y="185"/>
                    <a:pt x="54" y="238"/>
                    <a:pt x="120" y="238"/>
                  </a:cubicBezTo>
                  <a:cubicBezTo>
                    <a:pt x="186" y="237"/>
                    <a:pt x="239" y="184"/>
                    <a:pt x="238" y="118"/>
                  </a:cubicBezTo>
                  <a:cubicBezTo>
                    <a:pt x="238" y="53"/>
                    <a:pt x="184" y="0"/>
                    <a:pt x="119" y="0"/>
                  </a:cubicBezTo>
                  <a:cubicBezTo>
                    <a:pt x="53" y="0"/>
                    <a:pt x="0" y="54"/>
                    <a:pt x="0" y="120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9" name="íś1ïdè">
              <a:extLst>
                <a:ext uri="{FF2B5EF4-FFF2-40B4-BE49-F238E27FC236}">
                  <a16:creationId xmlns:a16="http://schemas.microsoft.com/office/drawing/2014/main" id="{960A1FBE-C299-43F6-9938-06E7BD09AC53}"/>
                </a:ext>
              </a:extLst>
            </p:cNvPr>
            <p:cNvSpPr/>
            <p:nvPr userDrawn="1"/>
          </p:nvSpPr>
          <p:spPr bwMode="auto">
            <a:xfrm>
              <a:off x="4102101" y="4214813"/>
              <a:ext cx="568325" cy="508000"/>
            </a:xfrm>
            <a:custGeom>
              <a:avLst/>
              <a:gdLst>
                <a:gd name="T0" fmla="*/ 18 w 172"/>
                <a:gd name="T1" fmla="*/ 95 h 154"/>
                <a:gd name="T2" fmla="*/ 88 w 172"/>
                <a:gd name="T3" fmla="*/ 103 h 154"/>
                <a:gd name="T4" fmla="*/ 78 w 172"/>
                <a:gd name="T5" fmla="*/ 92 h 154"/>
                <a:gd name="T6" fmla="*/ 139 w 172"/>
                <a:gd name="T7" fmla="*/ 96 h 154"/>
                <a:gd name="T8" fmla="*/ 114 w 172"/>
                <a:gd name="T9" fmla="*/ 78 h 154"/>
                <a:gd name="T10" fmla="*/ 96 w 172"/>
                <a:gd name="T11" fmla="*/ 67 h 154"/>
                <a:gd name="T12" fmla="*/ 128 w 172"/>
                <a:gd name="T13" fmla="*/ 64 h 154"/>
                <a:gd name="T14" fmla="*/ 107 w 172"/>
                <a:gd name="T15" fmla="*/ 54 h 154"/>
                <a:gd name="T16" fmla="*/ 67 w 172"/>
                <a:gd name="T17" fmla="*/ 47 h 154"/>
                <a:gd name="T18" fmla="*/ 79 w 172"/>
                <a:gd name="T19" fmla="*/ 37 h 154"/>
                <a:gd name="T20" fmla="*/ 122 w 172"/>
                <a:gd name="T21" fmla="*/ 35 h 154"/>
                <a:gd name="T22" fmla="*/ 105 w 172"/>
                <a:gd name="T23" fmla="*/ 28 h 154"/>
                <a:gd name="T24" fmla="*/ 130 w 172"/>
                <a:gd name="T25" fmla="*/ 18 h 154"/>
                <a:gd name="T26" fmla="*/ 159 w 172"/>
                <a:gd name="T27" fmla="*/ 0 h 154"/>
                <a:gd name="T28" fmla="*/ 172 w 172"/>
                <a:gd name="T29" fmla="*/ 54 h 154"/>
                <a:gd name="T30" fmla="*/ 119 w 172"/>
                <a:gd name="T31" fmla="*/ 154 h 154"/>
                <a:gd name="T32" fmla="*/ 99 w 172"/>
                <a:gd name="T33" fmla="*/ 150 h 154"/>
                <a:gd name="T34" fmla="*/ 86 w 172"/>
                <a:gd name="T35" fmla="*/ 137 h 154"/>
                <a:gd name="T36" fmla="*/ 126 w 172"/>
                <a:gd name="T37" fmla="*/ 138 h 154"/>
                <a:gd name="T38" fmla="*/ 89 w 172"/>
                <a:gd name="T39" fmla="*/ 126 h 154"/>
                <a:gd name="T40" fmla="*/ 26 w 172"/>
                <a:gd name="T41" fmla="*/ 110 h 154"/>
                <a:gd name="T42" fmla="*/ 18 w 172"/>
                <a:gd name="T43" fmla="*/ 9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2" h="154">
                  <a:moveTo>
                    <a:pt x="18" y="95"/>
                  </a:moveTo>
                  <a:cubicBezTo>
                    <a:pt x="37" y="102"/>
                    <a:pt x="81" y="104"/>
                    <a:pt x="88" y="103"/>
                  </a:cubicBezTo>
                  <a:cubicBezTo>
                    <a:pt x="94" y="102"/>
                    <a:pt x="82" y="98"/>
                    <a:pt x="78" y="92"/>
                  </a:cubicBezTo>
                  <a:cubicBezTo>
                    <a:pt x="73" y="87"/>
                    <a:pt x="121" y="97"/>
                    <a:pt x="139" y="96"/>
                  </a:cubicBezTo>
                  <a:cubicBezTo>
                    <a:pt x="156" y="95"/>
                    <a:pt x="131" y="82"/>
                    <a:pt x="114" y="78"/>
                  </a:cubicBezTo>
                  <a:cubicBezTo>
                    <a:pt x="97" y="74"/>
                    <a:pt x="101" y="70"/>
                    <a:pt x="96" y="67"/>
                  </a:cubicBezTo>
                  <a:cubicBezTo>
                    <a:pt x="92" y="64"/>
                    <a:pt x="116" y="65"/>
                    <a:pt x="128" y="64"/>
                  </a:cubicBezTo>
                  <a:cubicBezTo>
                    <a:pt x="139" y="64"/>
                    <a:pt x="114" y="55"/>
                    <a:pt x="107" y="54"/>
                  </a:cubicBezTo>
                  <a:cubicBezTo>
                    <a:pt x="101" y="54"/>
                    <a:pt x="87" y="52"/>
                    <a:pt x="67" y="47"/>
                  </a:cubicBezTo>
                  <a:cubicBezTo>
                    <a:pt x="46" y="41"/>
                    <a:pt x="54" y="35"/>
                    <a:pt x="79" y="37"/>
                  </a:cubicBezTo>
                  <a:cubicBezTo>
                    <a:pt x="105" y="40"/>
                    <a:pt x="117" y="36"/>
                    <a:pt x="122" y="35"/>
                  </a:cubicBezTo>
                  <a:cubicBezTo>
                    <a:pt x="127" y="34"/>
                    <a:pt x="115" y="32"/>
                    <a:pt x="105" y="28"/>
                  </a:cubicBezTo>
                  <a:cubicBezTo>
                    <a:pt x="95" y="24"/>
                    <a:pt x="109" y="17"/>
                    <a:pt x="130" y="18"/>
                  </a:cubicBezTo>
                  <a:cubicBezTo>
                    <a:pt x="148" y="18"/>
                    <a:pt x="157" y="3"/>
                    <a:pt x="159" y="0"/>
                  </a:cubicBezTo>
                  <a:cubicBezTo>
                    <a:pt x="167" y="16"/>
                    <a:pt x="172" y="35"/>
                    <a:pt x="172" y="54"/>
                  </a:cubicBezTo>
                  <a:cubicBezTo>
                    <a:pt x="172" y="96"/>
                    <a:pt x="151" y="133"/>
                    <a:pt x="119" y="154"/>
                  </a:cubicBezTo>
                  <a:cubicBezTo>
                    <a:pt x="112" y="153"/>
                    <a:pt x="105" y="151"/>
                    <a:pt x="99" y="150"/>
                  </a:cubicBezTo>
                  <a:cubicBezTo>
                    <a:pt x="83" y="146"/>
                    <a:pt x="79" y="135"/>
                    <a:pt x="86" y="137"/>
                  </a:cubicBezTo>
                  <a:cubicBezTo>
                    <a:pt x="93" y="140"/>
                    <a:pt x="116" y="139"/>
                    <a:pt x="126" y="138"/>
                  </a:cubicBezTo>
                  <a:cubicBezTo>
                    <a:pt x="135" y="137"/>
                    <a:pt x="111" y="131"/>
                    <a:pt x="89" y="126"/>
                  </a:cubicBezTo>
                  <a:cubicBezTo>
                    <a:pt x="67" y="121"/>
                    <a:pt x="45" y="116"/>
                    <a:pt x="26" y="110"/>
                  </a:cubicBezTo>
                  <a:cubicBezTo>
                    <a:pt x="8" y="105"/>
                    <a:pt x="0" y="88"/>
                    <a:pt x="18" y="95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0" name="îśḻíḑê">
              <a:extLst>
                <a:ext uri="{FF2B5EF4-FFF2-40B4-BE49-F238E27FC236}">
                  <a16:creationId xmlns:a16="http://schemas.microsoft.com/office/drawing/2014/main" id="{8EB2C07F-1979-459E-8A6A-BDB485F73298}"/>
                </a:ext>
              </a:extLst>
            </p:cNvPr>
            <p:cNvSpPr/>
            <p:nvPr userDrawn="1"/>
          </p:nvSpPr>
          <p:spPr bwMode="auto">
            <a:xfrm>
              <a:off x="3887788" y="4135438"/>
              <a:ext cx="333375" cy="293688"/>
            </a:xfrm>
            <a:custGeom>
              <a:avLst/>
              <a:gdLst>
                <a:gd name="T0" fmla="*/ 30 w 101"/>
                <a:gd name="T1" fmla="*/ 0 h 89"/>
                <a:gd name="T2" fmla="*/ 72 w 101"/>
                <a:gd name="T3" fmla="*/ 44 h 89"/>
                <a:gd name="T4" fmla="*/ 64 w 101"/>
                <a:gd name="T5" fmla="*/ 52 h 89"/>
                <a:gd name="T6" fmla="*/ 41 w 101"/>
                <a:gd name="T7" fmla="*/ 44 h 89"/>
                <a:gd name="T8" fmla="*/ 55 w 101"/>
                <a:gd name="T9" fmla="*/ 61 h 89"/>
                <a:gd name="T10" fmla="*/ 35 w 101"/>
                <a:gd name="T11" fmla="*/ 60 h 89"/>
                <a:gd name="T12" fmla="*/ 23 w 101"/>
                <a:gd name="T13" fmla="*/ 70 h 89"/>
                <a:gd name="T14" fmla="*/ 15 w 101"/>
                <a:gd name="T15" fmla="*/ 82 h 89"/>
                <a:gd name="T16" fmla="*/ 0 w 101"/>
                <a:gd name="T17" fmla="*/ 73 h 89"/>
                <a:gd name="T18" fmla="*/ 30 w 101"/>
                <a:gd name="T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89">
                  <a:moveTo>
                    <a:pt x="30" y="0"/>
                  </a:moveTo>
                  <a:cubicBezTo>
                    <a:pt x="32" y="5"/>
                    <a:pt x="46" y="33"/>
                    <a:pt x="72" y="44"/>
                  </a:cubicBezTo>
                  <a:cubicBezTo>
                    <a:pt x="101" y="56"/>
                    <a:pt x="76" y="56"/>
                    <a:pt x="64" y="52"/>
                  </a:cubicBezTo>
                  <a:cubicBezTo>
                    <a:pt x="52" y="49"/>
                    <a:pt x="35" y="37"/>
                    <a:pt x="41" y="44"/>
                  </a:cubicBezTo>
                  <a:cubicBezTo>
                    <a:pt x="47" y="51"/>
                    <a:pt x="51" y="57"/>
                    <a:pt x="55" y="61"/>
                  </a:cubicBezTo>
                  <a:cubicBezTo>
                    <a:pt x="60" y="64"/>
                    <a:pt x="48" y="64"/>
                    <a:pt x="35" y="60"/>
                  </a:cubicBezTo>
                  <a:cubicBezTo>
                    <a:pt x="23" y="56"/>
                    <a:pt x="13" y="59"/>
                    <a:pt x="23" y="70"/>
                  </a:cubicBezTo>
                  <a:cubicBezTo>
                    <a:pt x="34" y="81"/>
                    <a:pt x="29" y="89"/>
                    <a:pt x="15" y="82"/>
                  </a:cubicBezTo>
                  <a:cubicBezTo>
                    <a:pt x="10" y="80"/>
                    <a:pt x="4" y="76"/>
                    <a:pt x="0" y="73"/>
                  </a:cubicBezTo>
                  <a:cubicBezTo>
                    <a:pt x="1" y="45"/>
                    <a:pt x="12" y="19"/>
                    <a:pt x="30" y="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1" name="ïṡ1îḍe">
              <a:extLst>
                <a:ext uri="{FF2B5EF4-FFF2-40B4-BE49-F238E27FC236}">
                  <a16:creationId xmlns:a16="http://schemas.microsoft.com/office/drawing/2014/main" id="{19165587-7B4A-45AB-8F4F-72347A8160DC}"/>
                </a:ext>
              </a:extLst>
            </p:cNvPr>
            <p:cNvSpPr/>
            <p:nvPr userDrawn="1"/>
          </p:nvSpPr>
          <p:spPr bwMode="auto">
            <a:xfrm>
              <a:off x="3900488" y="4535488"/>
              <a:ext cx="244475" cy="104775"/>
            </a:xfrm>
            <a:custGeom>
              <a:avLst/>
              <a:gdLst>
                <a:gd name="T0" fmla="*/ 15 w 74"/>
                <a:gd name="T1" fmla="*/ 0 h 32"/>
                <a:gd name="T2" fmla="*/ 52 w 74"/>
                <a:gd name="T3" fmla="*/ 19 h 32"/>
                <a:gd name="T4" fmla="*/ 57 w 74"/>
                <a:gd name="T5" fmla="*/ 29 h 32"/>
                <a:gd name="T6" fmla="*/ 15 w 7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" h="32">
                  <a:moveTo>
                    <a:pt x="15" y="0"/>
                  </a:moveTo>
                  <a:cubicBezTo>
                    <a:pt x="15" y="0"/>
                    <a:pt x="31" y="10"/>
                    <a:pt x="52" y="19"/>
                  </a:cubicBezTo>
                  <a:cubicBezTo>
                    <a:pt x="74" y="27"/>
                    <a:pt x="68" y="32"/>
                    <a:pt x="57" y="29"/>
                  </a:cubicBezTo>
                  <a:cubicBezTo>
                    <a:pt x="46" y="27"/>
                    <a:pt x="0" y="11"/>
                    <a:pt x="15" y="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2" name="îšḷiḑé">
              <a:extLst>
                <a:ext uri="{FF2B5EF4-FFF2-40B4-BE49-F238E27FC236}">
                  <a16:creationId xmlns:a16="http://schemas.microsoft.com/office/drawing/2014/main" id="{E43EED20-46C3-4E78-8478-046EB40AD516}"/>
                </a:ext>
              </a:extLst>
            </p:cNvPr>
            <p:cNvSpPr/>
            <p:nvPr userDrawn="1"/>
          </p:nvSpPr>
          <p:spPr bwMode="auto">
            <a:xfrm>
              <a:off x="4086226" y="4422775"/>
              <a:ext cx="141288" cy="55563"/>
            </a:xfrm>
            <a:custGeom>
              <a:avLst/>
              <a:gdLst>
                <a:gd name="T0" fmla="*/ 15 w 43"/>
                <a:gd name="T1" fmla="*/ 2 h 17"/>
                <a:gd name="T2" fmla="*/ 41 w 43"/>
                <a:gd name="T3" fmla="*/ 13 h 17"/>
                <a:gd name="T4" fmla="*/ 12 w 43"/>
                <a:gd name="T5" fmla="*/ 10 h 17"/>
                <a:gd name="T6" fmla="*/ 15 w 43"/>
                <a:gd name="T7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7">
                  <a:moveTo>
                    <a:pt x="15" y="2"/>
                  </a:moveTo>
                  <a:cubicBezTo>
                    <a:pt x="17" y="2"/>
                    <a:pt x="40" y="10"/>
                    <a:pt x="41" y="13"/>
                  </a:cubicBezTo>
                  <a:cubicBezTo>
                    <a:pt x="43" y="17"/>
                    <a:pt x="16" y="12"/>
                    <a:pt x="12" y="10"/>
                  </a:cubicBezTo>
                  <a:cubicBezTo>
                    <a:pt x="8" y="8"/>
                    <a:pt x="0" y="0"/>
                    <a:pt x="15" y="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3" name="iş1ïḓê">
              <a:extLst>
                <a:ext uri="{FF2B5EF4-FFF2-40B4-BE49-F238E27FC236}">
                  <a16:creationId xmlns:a16="http://schemas.microsoft.com/office/drawing/2014/main" id="{84FD2851-DC7C-4D95-AF31-43F934E455C7}"/>
                </a:ext>
              </a:extLst>
            </p:cNvPr>
            <p:cNvSpPr/>
            <p:nvPr userDrawn="1"/>
          </p:nvSpPr>
          <p:spPr bwMode="auto">
            <a:xfrm>
              <a:off x="4092576" y="4052888"/>
              <a:ext cx="320675" cy="142875"/>
            </a:xfrm>
            <a:custGeom>
              <a:avLst/>
              <a:gdLst>
                <a:gd name="T0" fmla="*/ 15 w 97"/>
                <a:gd name="T1" fmla="*/ 10 h 43"/>
                <a:gd name="T2" fmla="*/ 67 w 97"/>
                <a:gd name="T3" fmla="*/ 33 h 43"/>
                <a:gd name="T4" fmla="*/ 43 w 97"/>
                <a:gd name="T5" fmla="*/ 39 h 43"/>
                <a:gd name="T6" fmla="*/ 4 w 97"/>
                <a:gd name="T7" fmla="*/ 14 h 43"/>
                <a:gd name="T8" fmla="*/ 15 w 97"/>
                <a:gd name="T9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3">
                  <a:moveTo>
                    <a:pt x="15" y="10"/>
                  </a:moveTo>
                  <a:cubicBezTo>
                    <a:pt x="15" y="10"/>
                    <a:pt x="36" y="28"/>
                    <a:pt x="67" y="33"/>
                  </a:cubicBezTo>
                  <a:cubicBezTo>
                    <a:pt x="97" y="37"/>
                    <a:pt x="59" y="43"/>
                    <a:pt x="43" y="39"/>
                  </a:cubicBezTo>
                  <a:cubicBezTo>
                    <a:pt x="27" y="34"/>
                    <a:pt x="8" y="23"/>
                    <a:pt x="4" y="14"/>
                  </a:cubicBezTo>
                  <a:cubicBezTo>
                    <a:pt x="0" y="4"/>
                    <a:pt x="2" y="0"/>
                    <a:pt x="15" y="1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4" name="iṣļiḍè">
              <a:extLst>
                <a:ext uri="{FF2B5EF4-FFF2-40B4-BE49-F238E27FC236}">
                  <a16:creationId xmlns:a16="http://schemas.microsoft.com/office/drawing/2014/main" id="{4BE4899D-85AE-4DFC-8879-A967DE8BB3EE}"/>
                </a:ext>
              </a:extLst>
            </p:cNvPr>
            <p:cNvSpPr/>
            <p:nvPr userDrawn="1"/>
          </p:nvSpPr>
          <p:spPr bwMode="auto">
            <a:xfrm>
              <a:off x="5818188" y="2771775"/>
              <a:ext cx="381000" cy="481013"/>
            </a:xfrm>
            <a:custGeom>
              <a:avLst/>
              <a:gdLst>
                <a:gd name="T0" fmla="*/ 66 w 115"/>
                <a:gd name="T1" fmla="*/ 0 h 146"/>
                <a:gd name="T2" fmla="*/ 103 w 115"/>
                <a:gd name="T3" fmla="*/ 35 h 146"/>
                <a:gd name="T4" fmla="*/ 20 w 115"/>
                <a:gd name="T5" fmla="*/ 137 h 146"/>
                <a:gd name="T6" fmla="*/ 10 w 115"/>
                <a:gd name="T7" fmla="*/ 114 h 146"/>
                <a:gd name="T8" fmla="*/ 29 w 115"/>
                <a:gd name="T9" fmla="*/ 61 h 146"/>
                <a:gd name="T10" fmla="*/ 66 w 115"/>
                <a:gd name="T1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146">
                  <a:moveTo>
                    <a:pt x="66" y="0"/>
                  </a:moveTo>
                  <a:cubicBezTo>
                    <a:pt x="66" y="0"/>
                    <a:pt x="115" y="0"/>
                    <a:pt x="103" y="35"/>
                  </a:cubicBezTo>
                  <a:cubicBezTo>
                    <a:pt x="92" y="71"/>
                    <a:pt x="40" y="128"/>
                    <a:pt x="20" y="137"/>
                  </a:cubicBezTo>
                  <a:cubicBezTo>
                    <a:pt x="0" y="146"/>
                    <a:pt x="7" y="119"/>
                    <a:pt x="10" y="114"/>
                  </a:cubicBezTo>
                  <a:cubicBezTo>
                    <a:pt x="12" y="109"/>
                    <a:pt x="35" y="65"/>
                    <a:pt x="29" y="61"/>
                  </a:cubicBezTo>
                  <a:cubicBezTo>
                    <a:pt x="23" y="58"/>
                    <a:pt x="38" y="8"/>
                    <a:pt x="66" y="0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5" name="ïṩ1íďê">
              <a:extLst>
                <a:ext uri="{FF2B5EF4-FFF2-40B4-BE49-F238E27FC236}">
                  <a16:creationId xmlns:a16="http://schemas.microsoft.com/office/drawing/2014/main" id="{18AD47E0-38BD-45BB-B5FB-0080D83B1FAA}"/>
                </a:ext>
              </a:extLst>
            </p:cNvPr>
            <p:cNvSpPr/>
            <p:nvPr userDrawn="1"/>
          </p:nvSpPr>
          <p:spPr bwMode="auto">
            <a:xfrm>
              <a:off x="5422901" y="3028950"/>
              <a:ext cx="342900" cy="530225"/>
            </a:xfrm>
            <a:custGeom>
              <a:avLst/>
              <a:gdLst>
                <a:gd name="T0" fmla="*/ 61 w 104"/>
                <a:gd name="T1" fmla="*/ 0 h 161"/>
                <a:gd name="T2" fmla="*/ 11 w 104"/>
                <a:gd name="T3" fmla="*/ 64 h 161"/>
                <a:gd name="T4" fmla="*/ 21 w 104"/>
                <a:gd name="T5" fmla="*/ 76 h 161"/>
                <a:gd name="T6" fmla="*/ 7 w 104"/>
                <a:gd name="T7" fmla="*/ 132 h 161"/>
                <a:gd name="T8" fmla="*/ 33 w 104"/>
                <a:gd name="T9" fmla="*/ 116 h 161"/>
                <a:gd name="T10" fmla="*/ 42 w 104"/>
                <a:gd name="T11" fmla="*/ 141 h 161"/>
                <a:gd name="T12" fmla="*/ 74 w 104"/>
                <a:gd name="T13" fmla="*/ 88 h 161"/>
                <a:gd name="T14" fmla="*/ 74 w 104"/>
                <a:gd name="T15" fmla="*/ 109 h 161"/>
                <a:gd name="T16" fmla="*/ 104 w 104"/>
                <a:gd name="T17" fmla="*/ 25 h 161"/>
                <a:gd name="T18" fmla="*/ 61 w 104"/>
                <a:gd name="T1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61">
                  <a:moveTo>
                    <a:pt x="61" y="0"/>
                  </a:moveTo>
                  <a:cubicBezTo>
                    <a:pt x="61" y="0"/>
                    <a:pt x="23" y="35"/>
                    <a:pt x="11" y="64"/>
                  </a:cubicBezTo>
                  <a:cubicBezTo>
                    <a:pt x="0" y="92"/>
                    <a:pt x="21" y="76"/>
                    <a:pt x="21" y="76"/>
                  </a:cubicBezTo>
                  <a:cubicBezTo>
                    <a:pt x="21" y="76"/>
                    <a:pt x="10" y="102"/>
                    <a:pt x="7" y="132"/>
                  </a:cubicBezTo>
                  <a:cubicBezTo>
                    <a:pt x="4" y="161"/>
                    <a:pt x="33" y="116"/>
                    <a:pt x="33" y="116"/>
                  </a:cubicBezTo>
                  <a:cubicBezTo>
                    <a:pt x="33" y="116"/>
                    <a:pt x="29" y="156"/>
                    <a:pt x="42" y="141"/>
                  </a:cubicBezTo>
                  <a:cubicBezTo>
                    <a:pt x="55" y="126"/>
                    <a:pt x="74" y="88"/>
                    <a:pt x="74" y="88"/>
                  </a:cubicBezTo>
                  <a:cubicBezTo>
                    <a:pt x="74" y="88"/>
                    <a:pt x="61" y="128"/>
                    <a:pt x="74" y="109"/>
                  </a:cubicBezTo>
                  <a:cubicBezTo>
                    <a:pt x="87" y="91"/>
                    <a:pt x="104" y="25"/>
                    <a:pt x="104" y="25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6" name="i$ľíḋê">
              <a:extLst>
                <a:ext uri="{FF2B5EF4-FFF2-40B4-BE49-F238E27FC236}">
                  <a16:creationId xmlns:a16="http://schemas.microsoft.com/office/drawing/2014/main" id="{E88D4E6E-F8A1-4BAF-8508-43296DD3E19E}"/>
                </a:ext>
              </a:extLst>
            </p:cNvPr>
            <p:cNvSpPr/>
            <p:nvPr userDrawn="1"/>
          </p:nvSpPr>
          <p:spPr bwMode="auto">
            <a:xfrm>
              <a:off x="5492751" y="3071813"/>
              <a:ext cx="239713" cy="285750"/>
            </a:xfrm>
            <a:custGeom>
              <a:avLst/>
              <a:gdLst>
                <a:gd name="T0" fmla="*/ 40 w 73"/>
                <a:gd name="T1" fmla="*/ 0 h 87"/>
                <a:gd name="T2" fmla="*/ 17 w 73"/>
                <a:gd name="T3" fmla="*/ 45 h 87"/>
                <a:gd name="T4" fmla="*/ 32 w 73"/>
                <a:gd name="T5" fmla="*/ 38 h 87"/>
                <a:gd name="T6" fmla="*/ 20 w 73"/>
                <a:gd name="T7" fmla="*/ 80 h 87"/>
                <a:gd name="T8" fmla="*/ 39 w 73"/>
                <a:gd name="T9" fmla="*/ 60 h 87"/>
                <a:gd name="T10" fmla="*/ 41 w 73"/>
                <a:gd name="T11" fmla="*/ 76 h 87"/>
                <a:gd name="T12" fmla="*/ 59 w 73"/>
                <a:gd name="T13" fmla="*/ 49 h 87"/>
                <a:gd name="T14" fmla="*/ 63 w 73"/>
                <a:gd name="T15" fmla="*/ 56 h 87"/>
                <a:gd name="T16" fmla="*/ 73 w 73"/>
                <a:gd name="T17" fmla="*/ 16 h 87"/>
                <a:gd name="T18" fmla="*/ 40 w 73"/>
                <a:gd name="T1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87">
                  <a:moveTo>
                    <a:pt x="40" y="0"/>
                  </a:moveTo>
                  <a:cubicBezTo>
                    <a:pt x="40" y="0"/>
                    <a:pt x="0" y="52"/>
                    <a:pt x="17" y="45"/>
                  </a:cubicBezTo>
                  <a:cubicBezTo>
                    <a:pt x="34" y="37"/>
                    <a:pt x="32" y="38"/>
                    <a:pt x="32" y="38"/>
                  </a:cubicBezTo>
                  <a:cubicBezTo>
                    <a:pt x="32" y="38"/>
                    <a:pt x="9" y="87"/>
                    <a:pt x="20" y="80"/>
                  </a:cubicBezTo>
                  <a:cubicBezTo>
                    <a:pt x="31" y="74"/>
                    <a:pt x="39" y="60"/>
                    <a:pt x="39" y="60"/>
                  </a:cubicBezTo>
                  <a:cubicBezTo>
                    <a:pt x="39" y="60"/>
                    <a:pt x="33" y="85"/>
                    <a:pt x="41" y="76"/>
                  </a:cubicBezTo>
                  <a:cubicBezTo>
                    <a:pt x="50" y="66"/>
                    <a:pt x="59" y="49"/>
                    <a:pt x="59" y="49"/>
                  </a:cubicBezTo>
                  <a:cubicBezTo>
                    <a:pt x="59" y="49"/>
                    <a:pt x="55" y="76"/>
                    <a:pt x="63" y="56"/>
                  </a:cubicBezTo>
                  <a:cubicBezTo>
                    <a:pt x="71" y="36"/>
                    <a:pt x="73" y="16"/>
                    <a:pt x="73" y="16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7" name="îṥliďé">
              <a:extLst>
                <a:ext uri="{FF2B5EF4-FFF2-40B4-BE49-F238E27FC236}">
                  <a16:creationId xmlns:a16="http://schemas.microsoft.com/office/drawing/2014/main" id="{5757A838-6A83-4BCA-9803-80F03507F1BB}"/>
                </a:ext>
              </a:extLst>
            </p:cNvPr>
            <p:cNvSpPr/>
            <p:nvPr userDrawn="1"/>
          </p:nvSpPr>
          <p:spPr bwMode="auto">
            <a:xfrm>
              <a:off x="5532438" y="1966913"/>
              <a:ext cx="847725" cy="1087438"/>
            </a:xfrm>
            <a:custGeom>
              <a:avLst/>
              <a:gdLst>
                <a:gd name="T0" fmla="*/ 175 w 257"/>
                <a:gd name="T1" fmla="*/ 250 h 330"/>
                <a:gd name="T2" fmla="*/ 54 w 257"/>
                <a:gd name="T3" fmla="*/ 310 h 330"/>
                <a:gd name="T4" fmla="*/ 46 w 257"/>
                <a:gd name="T5" fmla="*/ 175 h 330"/>
                <a:gd name="T6" fmla="*/ 222 w 257"/>
                <a:gd name="T7" fmla="*/ 21 h 330"/>
                <a:gd name="T8" fmla="*/ 175 w 257"/>
                <a:gd name="T9" fmla="*/ 2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330">
                  <a:moveTo>
                    <a:pt x="175" y="250"/>
                  </a:moveTo>
                  <a:cubicBezTo>
                    <a:pt x="129" y="330"/>
                    <a:pt x="90" y="330"/>
                    <a:pt x="54" y="310"/>
                  </a:cubicBezTo>
                  <a:cubicBezTo>
                    <a:pt x="18" y="289"/>
                    <a:pt x="0" y="254"/>
                    <a:pt x="46" y="175"/>
                  </a:cubicBezTo>
                  <a:cubicBezTo>
                    <a:pt x="92" y="95"/>
                    <a:pt x="186" y="0"/>
                    <a:pt x="222" y="21"/>
                  </a:cubicBezTo>
                  <a:cubicBezTo>
                    <a:pt x="257" y="42"/>
                    <a:pt x="221" y="170"/>
                    <a:pt x="175" y="25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8" name="ïṡļíďe">
              <a:extLst>
                <a:ext uri="{FF2B5EF4-FFF2-40B4-BE49-F238E27FC236}">
                  <a16:creationId xmlns:a16="http://schemas.microsoft.com/office/drawing/2014/main" id="{CFB7A0A0-CA48-4B46-8D63-BA314997D9F3}"/>
                </a:ext>
              </a:extLst>
            </p:cNvPr>
            <p:cNvSpPr/>
            <p:nvPr userDrawn="1"/>
          </p:nvSpPr>
          <p:spPr bwMode="auto">
            <a:xfrm>
              <a:off x="5554663" y="2892425"/>
              <a:ext cx="327025" cy="274638"/>
            </a:xfrm>
            <a:custGeom>
              <a:avLst/>
              <a:gdLst>
                <a:gd name="T0" fmla="*/ 92 w 99"/>
                <a:gd name="T1" fmla="*/ 66 h 83"/>
                <a:gd name="T2" fmla="*/ 56 w 99"/>
                <a:gd name="T3" fmla="*/ 75 h 83"/>
                <a:gd name="T4" fmla="*/ 17 w 99"/>
                <a:gd name="T5" fmla="*/ 52 h 83"/>
                <a:gd name="T6" fmla="*/ 7 w 99"/>
                <a:gd name="T7" fmla="*/ 17 h 83"/>
                <a:gd name="T8" fmla="*/ 7 w 99"/>
                <a:gd name="T9" fmla="*/ 17 h 83"/>
                <a:gd name="T10" fmla="*/ 43 w 99"/>
                <a:gd name="T11" fmla="*/ 7 h 83"/>
                <a:gd name="T12" fmla="*/ 83 w 99"/>
                <a:gd name="T13" fmla="*/ 30 h 83"/>
                <a:gd name="T14" fmla="*/ 92 w 99"/>
                <a:gd name="T15" fmla="*/ 6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83">
                  <a:moveTo>
                    <a:pt x="92" y="66"/>
                  </a:moveTo>
                  <a:cubicBezTo>
                    <a:pt x="85" y="78"/>
                    <a:pt x="69" y="83"/>
                    <a:pt x="56" y="75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4" y="45"/>
                    <a:pt x="0" y="29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5" y="4"/>
                    <a:pt x="31" y="0"/>
                    <a:pt x="43" y="7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95" y="38"/>
                    <a:pt x="99" y="54"/>
                    <a:pt x="92" y="66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9" name="íṧľidê">
              <a:extLst>
                <a:ext uri="{FF2B5EF4-FFF2-40B4-BE49-F238E27FC236}">
                  <a16:creationId xmlns:a16="http://schemas.microsoft.com/office/drawing/2014/main" id="{91A9DFBB-62A4-428D-8B3B-4C27EED8E834}"/>
                </a:ext>
              </a:extLst>
            </p:cNvPr>
            <p:cNvSpPr/>
            <p:nvPr userDrawn="1"/>
          </p:nvSpPr>
          <p:spPr bwMode="auto">
            <a:xfrm>
              <a:off x="5934076" y="2300288"/>
              <a:ext cx="333375" cy="388938"/>
            </a:xfrm>
            <a:custGeom>
              <a:avLst/>
              <a:gdLst>
                <a:gd name="T0" fmla="*/ 85 w 101"/>
                <a:gd name="T1" fmla="*/ 79 h 118"/>
                <a:gd name="T2" fmla="*/ 23 w 101"/>
                <a:gd name="T3" fmla="*/ 106 h 118"/>
                <a:gd name="T4" fmla="*/ 15 w 101"/>
                <a:gd name="T5" fmla="*/ 39 h 118"/>
                <a:gd name="T6" fmla="*/ 78 w 101"/>
                <a:gd name="T7" fmla="*/ 12 h 118"/>
                <a:gd name="T8" fmla="*/ 85 w 101"/>
                <a:gd name="T9" fmla="*/ 7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18">
                  <a:moveTo>
                    <a:pt x="85" y="79"/>
                  </a:moveTo>
                  <a:cubicBezTo>
                    <a:pt x="70" y="106"/>
                    <a:pt x="42" y="118"/>
                    <a:pt x="23" y="106"/>
                  </a:cubicBezTo>
                  <a:cubicBezTo>
                    <a:pt x="3" y="95"/>
                    <a:pt x="0" y="65"/>
                    <a:pt x="15" y="39"/>
                  </a:cubicBezTo>
                  <a:cubicBezTo>
                    <a:pt x="30" y="12"/>
                    <a:pt x="58" y="0"/>
                    <a:pt x="78" y="12"/>
                  </a:cubicBezTo>
                  <a:cubicBezTo>
                    <a:pt x="97" y="23"/>
                    <a:pt x="101" y="53"/>
                    <a:pt x="85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0" name="íšḻîḓe">
              <a:extLst>
                <a:ext uri="{FF2B5EF4-FFF2-40B4-BE49-F238E27FC236}">
                  <a16:creationId xmlns:a16="http://schemas.microsoft.com/office/drawing/2014/main" id="{1A901D56-1062-4C63-AEAB-96D293CD738A}"/>
                </a:ext>
              </a:extLst>
            </p:cNvPr>
            <p:cNvSpPr/>
            <p:nvPr userDrawn="1"/>
          </p:nvSpPr>
          <p:spPr bwMode="auto">
            <a:xfrm>
              <a:off x="5997576" y="2362200"/>
              <a:ext cx="233363" cy="269875"/>
            </a:xfrm>
            <a:custGeom>
              <a:avLst/>
              <a:gdLst>
                <a:gd name="T0" fmla="*/ 60 w 71"/>
                <a:gd name="T1" fmla="*/ 55 h 82"/>
                <a:gd name="T2" fmla="*/ 16 w 71"/>
                <a:gd name="T3" fmla="*/ 74 h 82"/>
                <a:gd name="T4" fmla="*/ 10 w 71"/>
                <a:gd name="T5" fmla="*/ 27 h 82"/>
                <a:gd name="T6" fmla="*/ 55 w 71"/>
                <a:gd name="T7" fmla="*/ 8 h 82"/>
                <a:gd name="T8" fmla="*/ 60 w 71"/>
                <a:gd name="T9" fmla="*/ 5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2">
                  <a:moveTo>
                    <a:pt x="60" y="55"/>
                  </a:moveTo>
                  <a:cubicBezTo>
                    <a:pt x="49" y="74"/>
                    <a:pt x="29" y="82"/>
                    <a:pt x="16" y="74"/>
                  </a:cubicBezTo>
                  <a:cubicBezTo>
                    <a:pt x="2" y="66"/>
                    <a:pt x="0" y="45"/>
                    <a:pt x="10" y="27"/>
                  </a:cubicBezTo>
                  <a:cubicBezTo>
                    <a:pt x="21" y="8"/>
                    <a:pt x="41" y="0"/>
                    <a:pt x="55" y="8"/>
                  </a:cubicBezTo>
                  <a:cubicBezTo>
                    <a:pt x="68" y="16"/>
                    <a:pt x="71" y="37"/>
                    <a:pt x="60" y="55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1" name="iś1ïdè">
              <a:extLst>
                <a:ext uri="{FF2B5EF4-FFF2-40B4-BE49-F238E27FC236}">
                  <a16:creationId xmlns:a16="http://schemas.microsoft.com/office/drawing/2014/main" id="{4C3689E9-CCA4-4E91-B730-AED752C86177}"/>
                </a:ext>
              </a:extLst>
            </p:cNvPr>
            <p:cNvSpPr/>
            <p:nvPr userDrawn="1"/>
          </p:nvSpPr>
          <p:spPr bwMode="auto">
            <a:xfrm>
              <a:off x="6086476" y="2006600"/>
              <a:ext cx="234950" cy="211138"/>
            </a:xfrm>
            <a:custGeom>
              <a:avLst/>
              <a:gdLst>
                <a:gd name="T0" fmla="*/ 28 w 71"/>
                <a:gd name="T1" fmla="*/ 54 h 64"/>
                <a:gd name="T2" fmla="*/ 68 w 71"/>
                <a:gd name="T3" fmla="*/ 63 h 64"/>
                <a:gd name="T4" fmla="*/ 55 w 71"/>
                <a:gd name="T5" fmla="*/ 8 h 64"/>
                <a:gd name="T6" fmla="*/ 0 w 71"/>
                <a:gd name="T7" fmla="*/ 23 h 64"/>
                <a:gd name="T8" fmla="*/ 28 w 71"/>
                <a:gd name="T9" fmla="*/ 5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4">
                  <a:moveTo>
                    <a:pt x="28" y="54"/>
                  </a:moveTo>
                  <a:cubicBezTo>
                    <a:pt x="41" y="61"/>
                    <a:pt x="55" y="64"/>
                    <a:pt x="68" y="63"/>
                  </a:cubicBezTo>
                  <a:cubicBezTo>
                    <a:pt x="71" y="35"/>
                    <a:pt x="67" y="15"/>
                    <a:pt x="55" y="8"/>
                  </a:cubicBezTo>
                  <a:cubicBezTo>
                    <a:pt x="42" y="0"/>
                    <a:pt x="22" y="7"/>
                    <a:pt x="0" y="23"/>
                  </a:cubicBezTo>
                  <a:cubicBezTo>
                    <a:pt x="5" y="35"/>
                    <a:pt x="15" y="46"/>
                    <a:pt x="28" y="54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2" name="íṧļiḋè">
              <a:extLst>
                <a:ext uri="{FF2B5EF4-FFF2-40B4-BE49-F238E27FC236}">
                  <a16:creationId xmlns:a16="http://schemas.microsoft.com/office/drawing/2014/main" id="{8A6CD2D5-D9B7-4C2C-B545-D08A5D7A8BB7}"/>
                </a:ext>
              </a:extLst>
            </p:cNvPr>
            <p:cNvSpPr/>
            <p:nvPr userDrawn="1"/>
          </p:nvSpPr>
          <p:spPr bwMode="auto">
            <a:xfrm>
              <a:off x="5429251" y="2497138"/>
              <a:ext cx="385763" cy="627063"/>
            </a:xfrm>
            <a:custGeom>
              <a:avLst/>
              <a:gdLst>
                <a:gd name="T0" fmla="*/ 110 w 117"/>
                <a:gd name="T1" fmla="*/ 46 h 190"/>
                <a:gd name="T2" fmla="*/ 55 w 117"/>
                <a:gd name="T3" fmla="*/ 31 h 190"/>
                <a:gd name="T4" fmla="*/ 3 w 117"/>
                <a:gd name="T5" fmla="*/ 166 h 190"/>
                <a:gd name="T6" fmla="*/ 31 w 117"/>
                <a:gd name="T7" fmla="*/ 163 h 190"/>
                <a:gd name="T8" fmla="*/ 71 w 117"/>
                <a:gd name="T9" fmla="*/ 116 h 190"/>
                <a:gd name="T10" fmla="*/ 110 w 117"/>
                <a:gd name="T11" fmla="*/ 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190">
                  <a:moveTo>
                    <a:pt x="110" y="46"/>
                  </a:moveTo>
                  <a:cubicBezTo>
                    <a:pt x="110" y="46"/>
                    <a:pt x="83" y="0"/>
                    <a:pt x="55" y="31"/>
                  </a:cubicBezTo>
                  <a:cubicBezTo>
                    <a:pt x="28" y="61"/>
                    <a:pt x="0" y="142"/>
                    <a:pt x="3" y="166"/>
                  </a:cubicBezTo>
                  <a:cubicBezTo>
                    <a:pt x="5" y="190"/>
                    <a:pt x="28" y="168"/>
                    <a:pt x="31" y="163"/>
                  </a:cubicBezTo>
                  <a:cubicBezTo>
                    <a:pt x="35" y="159"/>
                    <a:pt x="65" y="112"/>
                    <a:pt x="71" y="116"/>
                  </a:cubicBezTo>
                  <a:cubicBezTo>
                    <a:pt x="78" y="120"/>
                    <a:pt x="117" y="78"/>
                    <a:pt x="110" y="46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3" name="î$ļïde">
              <a:extLst>
                <a:ext uri="{FF2B5EF4-FFF2-40B4-BE49-F238E27FC236}">
                  <a16:creationId xmlns:a16="http://schemas.microsoft.com/office/drawing/2014/main" id="{02E0FDB1-2ADB-4A4F-99C9-B18F34BCF927}"/>
                </a:ext>
              </a:extLst>
            </p:cNvPr>
            <p:cNvSpPr/>
            <p:nvPr userDrawn="1"/>
          </p:nvSpPr>
          <p:spPr bwMode="auto">
            <a:xfrm>
              <a:off x="6600826" y="3592513"/>
              <a:ext cx="1162050" cy="1160463"/>
            </a:xfrm>
            <a:custGeom>
              <a:avLst/>
              <a:gdLst>
                <a:gd name="T0" fmla="*/ 316 w 352"/>
                <a:gd name="T1" fmla="*/ 240 h 352"/>
                <a:gd name="T2" fmla="*/ 112 w 352"/>
                <a:gd name="T3" fmla="*/ 317 h 352"/>
                <a:gd name="T4" fmla="*/ 35 w 352"/>
                <a:gd name="T5" fmla="*/ 112 h 352"/>
                <a:gd name="T6" fmla="*/ 240 w 352"/>
                <a:gd name="T7" fmla="*/ 35 h 352"/>
                <a:gd name="T8" fmla="*/ 316 w 352"/>
                <a:gd name="T9" fmla="*/ 24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2" h="352">
                  <a:moveTo>
                    <a:pt x="316" y="240"/>
                  </a:moveTo>
                  <a:cubicBezTo>
                    <a:pt x="281" y="318"/>
                    <a:pt x="189" y="352"/>
                    <a:pt x="112" y="317"/>
                  </a:cubicBezTo>
                  <a:cubicBezTo>
                    <a:pt x="34" y="281"/>
                    <a:pt x="0" y="190"/>
                    <a:pt x="35" y="112"/>
                  </a:cubicBezTo>
                  <a:cubicBezTo>
                    <a:pt x="70" y="34"/>
                    <a:pt x="162" y="0"/>
                    <a:pt x="240" y="35"/>
                  </a:cubicBezTo>
                  <a:cubicBezTo>
                    <a:pt x="317" y="71"/>
                    <a:pt x="352" y="162"/>
                    <a:pt x="316" y="240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4" name="îṩļïďe">
              <a:extLst>
                <a:ext uri="{FF2B5EF4-FFF2-40B4-BE49-F238E27FC236}">
                  <a16:creationId xmlns:a16="http://schemas.microsoft.com/office/drawing/2014/main" id="{8E208B9F-B323-4FD7-9601-0FD38CAC363F}"/>
                </a:ext>
              </a:extLst>
            </p:cNvPr>
            <p:cNvSpPr/>
            <p:nvPr userDrawn="1"/>
          </p:nvSpPr>
          <p:spPr bwMode="auto">
            <a:xfrm>
              <a:off x="6661151" y="3678238"/>
              <a:ext cx="887413" cy="765175"/>
            </a:xfrm>
            <a:custGeom>
              <a:avLst/>
              <a:gdLst>
                <a:gd name="T0" fmla="*/ 243 w 269"/>
                <a:gd name="T1" fmla="*/ 72 h 232"/>
                <a:gd name="T2" fmla="*/ 169 w 269"/>
                <a:gd name="T3" fmla="*/ 46 h 232"/>
                <a:gd name="T4" fmla="*/ 123 w 269"/>
                <a:gd name="T5" fmla="*/ 2 h 232"/>
                <a:gd name="T6" fmla="*/ 122 w 269"/>
                <a:gd name="T7" fmla="*/ 0 h 232"/>
                <a:gd name="T8" fmla="*/ 17 w 269"/>
                <a:gd name="T9" fmla="*/ 86 h 232"/>
                <a:gd name="T10" fmla="*/ 6 w 269"/>
                <a:gd name="T11" fmla="*/ 177 h 232"/>
                <a:gd name="T12" fmla="*/ 6 w 269"/>
                <a:gd name="T13" fmla="*/ 178 h 232"/>
                <a:gd name="T14" fmla="*/ 39 w 269"/>
                <a:gd name="T15" fmla="*/ 208 h 232"/>
                <a:gd name="T16" fmla="*/ 85 w 269"/>
                <a:gd name="T17" fmla="*/ 216 h 232"/>
                <a:gd name="T18" fmla="*/ 54 w 269"/>
                <a:gd name="T19" fmla="*/ 163 h 232"/>
                <a:gd name="T20" fmla="*/ 42 w 269"/>
                <a:gd name="T21" fmla="*/ 124 h 232"/>
                <a:gd name="T22" fmla="*/ 87 w 269"/>
                <a:gd name="T23" fmla="*/ 140 h 232"/>
                <a:gd name="T24" fmla="*/ 162 w 269"/>
                <a:gd name="T25" fmla="*/ 167 h 232"/>
                <a:gd name="T26" fmla="*/ 209 w 269"/>
                <a:gd name="T27" fmla="*/ 160 h 232"/>
                <a:gd name="T28" fmla="*/ 198 w 269"/>
                <a:gd name="T29" fmla="*/ 133 h 232"/>
                <a:gd name="T30" fmla="*/ 137 w 269"/>
                <a:gd name="T31" fmla="*/ 110 h 232"/>
                <a:gd name="T32" fmla="*/ 150 w 269"/>
                <a:gd name="T33" fmla="*/ 92 h 232"/>
                <a:gd name="T34" fmla="*/ 253 w 269"/>
                <a:gd name="T35" fmla="*/ 107 h 232"/>
                <a:gd name="T36" fmla="*/ 243 w 269"/>
                <a:gd name="T37" fmla="*/ 7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9" h="232">
                  <a:moveTo>
                    <a:pt x="243" y="72"/>
                  </a:moveTo>
                  <a:cubicBezTo>
                    <a:pt x="243" y="72"/>
                    <a:pt x="223" y="72"/>
                    <a:pt x="169" y="46"/>
                  </a:cubicBezTo>
                  <a:cubicBezTo>
                    <a:pt x="114" y="19"/>
                    <a:pt x="123" y="2"/>
                    <a:pt x="123" y="2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77" y="10"/>
                    <a:pt x="38" y="41"/>
                    <a:pt x="17" y="86"/>
                  </a:cubicBezTo>
                  <a:cubicBezTo>
                    <a:pt x="4" y="116"/>
                    <a:pt x="0" y="147"/>
                    <a:pt x="6" y="177"/>
                  </a:cubicBezTo>
                  <a:cubicBezTo>
                    <a:pt x="6" y="178"/>
                    <a:pt x="6" y="178"/>
                    <a:pt x="6" y="178"/>
                  </a:cubicBezTo>
                  <a:cubicBezTo>
                    <a:pt x="6" y="178"/>
                    <a:pt x="21" y="197"/>
                    <a:pt x="39" y="208"/>
                  </a:cubicBezTo>
                  <a:cubicBezTo>
                    <a:pt x="57" y="220"/>
                    <a:pt x="76" y="232"/>
                    <a:pt x="85" y="216"/>
                  </a:cubicBezTo>
                  <a:cubicBezTo>
                    <a:pt x="95" y="201"/>
                    <a:pt x="88" y="185"/>
                    <a:pt x="54" y="163"/>
                  </a:cubicBezTo>
                  <a:cubicBezTo>
                    <a:pt x="19" y="140"/>
                    <a:pt x="42" y="124"/>
                    <a:pt x="42" y="124"/>
                  </a:cubicBezTo>
                  <a:cubicBezTo>
                    <a:pt x="49" y="119"/>
                    <a:pt x="62" y="126"/>
                    <a:pt x="87" y="140"/>
                  </a:cubicBezTo>
                  <a:cubicBezTo>
                    <a:pt x="113" y="154"/>
                    <a:pt x="154" y="164"/>
                    <a:pt x="162" y="167"/>
                  </a:cubicBezTo>
                  <a:cubicBezTo>
                    <a:pt x="170" y="169"/>
                    <a:pt x="197" y="176"/>
                    <a:pt x="209" y="160"/>
                  </a:cubicBezTo>
                  <a:cubicBezTo>
                    <a:pt x="221" y="144"/>
                    <a:pt x="198" y="133"/>
                    <a:pt x="198" y="133"/>
                  </a:cubicBezTo>
                  <a:cubicBezTo>
                    <a:pt x="198" y="133"/>
                    <a:pt x="157" y="120"/>
                    <a:pt x="137" y="110"/>
                  </a:cubicBezTo>
                  <a:cubicBezTo>
                    <a:pt x="118" y="100"/>
                    <a:pt x="123" y="82"/>
                    <a:pt x="150" y="92"/>
                  </a:cubicBezTo>
                  <a:cubicBezTo>
                    <a:pt x="177" y="102"/>
                    <a:pt x="237" y="126"/>
                    <a:pt x="253" y="107"/>
                  </a:cubicBezTo>
                  <a:cubicBezTo>
                    <a:pt x="269" y="89"/>
                    <a:pt x="243" y="72"/>
                    <a:pt x="243" y="7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5" name="íş1íďè">
              <a:extLst>
                <a:ext uri="{FF2B5EF4-FFF2-40B4-BE49-F238E27FC236}">
                  <a16:creationId xmlns:a16="http://schemas.microsoft.com/office/drawing/2014/main" id="{B1AE5546-A52D-4987-BACB-3D33FC342209}"/>
                </a:ext>
              </a:extLst>
            </p:cNvPr>
            <p:cNvSpPr/>
            <p:nvPr userDrawn="1"/>
          </p:nvSpPr>
          <p:spPr bwMode="auto">
            <a:xfrm>
              <a:off x="7135813" y="4343400"/>
              <a:ext cx="406400" cy="211138"/>
            </a:xfrm>
            <a:custGeom>
              <a:avLst/>
              <a:gdLst>
                <a:gd name="T0" fmla="*/ 112 w 123"/>
                <a:gd name="T1" fmla="*/ 22 h 64"/>
                <a:gd name="T2" fmla="*/ 67 w 123"/>
                <a:gd name="T3" fmla="*/ 15 h 64"/>
                <a:gd name="T4" fmla="*/ 17 w 123"/>
                <a:gd name="T5" fmla="*/ 0 h 64"/>
                <a:gd name="T6" fmla="*/ 1 w 123"/>
                <a:gd name="T7" fmla="*/ 28 h 64"/>
                <a:gd name="T8" fmla="*/ 58 w 123"/>
                <a:gd name="T9" fmla="*/ 59 h 64"/>
                <a:gd name="T10" fmla="*/ 112 w 123"/>
                <a:gd name="T11" fmla="*/ 48 h 64"/>
                <a:gd name="T12" fmla="*/ 112 w 123"/>
                <a:gd name="T13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64">
                  <a:moveTo>
                    <a:pt x="112" y="22"/>
                  </a:moveTo>
                  <a:cubicBezTo>
                    <a:pt x="112" y="22"/>
                    <a:pt x="82" y="20"/>
                    <a:pt x="67" y="15"/>
                  </a:cubicBezTo>
                  <a:cubicBezTo>
                    <a:pt x="51" y="10"/>
                    <a:pt x="17" y="0"/>
                    <a:pt x="17" y="0"/>
                  </a:cubicBezTo>
                  <a:cubicBezTo>
                    <a:pt x="17" y="0"/>
                    <a:pt x="0" y="7"/>
                    <a:pt x="1" y="28"/>
                  </a:cubicBezTo>
                  <a:cubicBezTo>
                    <a:pt x="1" y="48"/>
                    <a:pt x="39" y="53"/>
                    <a:pt x="58" y="59"/>
                  </a:cubicBezTo>
                  <a:cubicBezTo>
                    <a:pt x="76" y="64"/>
                    <a:pt x="102" y="64"/>
                    <a:pt x="112" y="48"/>
                  </a:cubicBezTo>
                  <a:cubicBezTo>
                    <a:pt x="123" y="32"/>
                    <a:pt x="120" y="24"/>
                    <a:pt x="112" y="2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6" name="ïSḷiďé">
              <a:extLst>
                <a:ext uri="{FF2B5EF4-FFF2-40B4-BE49-F238E27FC236}">
                  <a16:creationId xmlns:a16="http://schemas.microsoft.com/office/drawing/2014/main" id="{9D772755-2AD8-4AF3-8366-EA265431DED8}"/>
                </a:ext>
              </a:extLst>
            </p:cNvPr>
            <p:cNvSpPr/>
            <p:nvPr userDrawn="1"/>
          </p:nvSpPr>
          <p:spPr bwMode="auto">
            <a:xfrm>
              <a:off x="7392988" y="4119563"/>
              <a:ext cx="171450" cy="171450"/>
            </a:xfrm>
            <a:custGeom>
              <a:avLst/>
              <a:gdLst>
                <a:gd name="T0" fmla="*/ 47 w 52"/>
                <a:gd name="T1" fmla="*/ 35 h 52"/>
                <a:gd name="T2" fmla="*/ 17 w 52"/>
                <a:gd name="T3" fmla="*/ 46 h 52"/>
                <a:gd name="T4" fmla="*/ 6 w 52"/>
                <a:gd name="T5" fmla="*/ 17 h 52"/>
                <a:gd name="T6" fmla="*/ 35 w 52"/>
                <a:gd name="T7" fmla="*/ 5 h 52"/>
                <a:gd name="T8" fmla="*/ 47 w 52"/>
                <a:gd name="T9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7" y="35"/>
                  </a:moveTo>
                  <a:cubicBezTo>
                    <a:pt x="41" y="47"/>
                    <a:pt x="28" y="52"/>
                    <a:pt x="17" y="46"/>
                  </a:cubicBezTo>
                  <a:cubicBezTo>
                    <a:pt x="5" y="41"/>
                    <a:pt x="0" y="28"/>
                    <a:pt x="6" y="17"/>
                  </a:cubicBezTo>
                  <a:cubicBezTo>
                    <a:pt x="11" y="5"/>
                    <a:pt x="24" y="0"/>
                    <a:pt x="35" y="5"/>
                  </a:cubicBezTo>
                  <a:cubicBezTo>
                    <a:pt x="47" y="11"/>
                    <a:pt x="52" y="24"/>
                    <a:pt x="47" y="35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7" name="îslíde">
              <a:extLst>
                <a:ext uri="{FF2B5EF4-FFF2-40B4-BE49-F238E27FC236}">
                  <a16:creationId xmlns:a16="http://schemas.microsoft.com/office/drawing/2014/main" id="{3244E768-5C28-485D-9068-28ACFA7EE755}"/>
                </a:ext>
              </a:extLst>
            </p:cNvPr>
            <p:cNvSpPr/>
            <p:nvPr userDrawn="1"/>
          </p:nvSpPr>
          <p:spPr bwMode="auto">
            <a:xfrm>
              <a:off x="6945313" y="4557713"/>
              <a:ext cx="454025" cy="152400"/>
            </a:xfrm>
            <a:custGeom>
              <a:avLst/>
              <a:gdLst>
                <a:gd name="T0" fmla="*/ 138 w 138"/>
                <a:gd name="T1" fmla="*/ 22 h 46"/>
                <a:gd name="T2" fmla="*/ 60 w 138"/>
                <a:gd name="T3" fmla="*/ 14 h 46"/>
                <a:gd name="T4" fmla="*/ 10 w 138"/>
                <a:gd name="T5" fmla="*/ 7 h 46"/>
                <a:gd name="T6" fmla="*/ 24 w 138"/>
                <a:gd name="T7" fmla="*/ 30 h 46"/>
                <a:gd name="T8" fmla="*/ 138 w 138"/>
                <a:gd name="T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46">
                  <a:moveTo>
                    <a:pt x="138" y="22"/>
                  </a:moveTo>
                  <a:cubicBezTo>
                    <a:pt x="138" y="22"/>
                    <a:pt x="101" y="27"/>
                    <a:pt x="60" y="14"/>
                  </a:cubicBezTo>
                  <a:cubicBezTo>
                    <a:pt x="19" y="0"/>
                    <a:pt x="16" y="4"/>
                    <a:pt x="10" y="7"/>
                  </a:cubicBezTo>
                  <a:cubicBezTo>
                    <a:pt x="3" y="11"/>
                    <a:pt x="0" y="24"/>
                    <a:pt x="24" y="30"/>
                  </a:cubicBezTo>
                  <a:cubicBezTo>
                    <a:pt x="48" y="37"/>
                    <a:pt x="88" y="46"/>
                    <a:pt x="138" y="2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8" name="îsļiḍê">
              <a:extLst>
                <a:ext uri="{FF2B5EF4-FFF2-40B4-BE49-F238E27FC236}">
                  <a16:creationId xmlns:a16="http://schemas.microsoft.com/office/drawing/2014/main" id="{3B826F98-4C78-43ED-AAE3-8E2A1739797C}"/>
                </a:ext>
              </a:extLst>
            </p:cNvPr>
            <p:cNvSpPr/>
            <p:nvPr userDrawn="1"/>
          </p:nvSpPr>
          <p:spPr bwMode="auto">
            <a:xfrm>
              <a:off x="6376988" y="3819525"/>
              <a:ext cx="1557338" cy="817563"/>
            </a:xfrm>
            <a:custGeom>
              <a:avLst/>
              <a:gdLst>
                <a:gd name="T0" fmla="*/ 394 w 472"/>
                <a:gd name="T1" fmla="*/ 144 h 248"/>
                <a:gd name="T2" fmla="*/ 390 w 472"/>
                <a:gd name="T3" fmla="*/ 155 h 248"/>
                <a:gd name="T4" fmla="*/ 431 w 472"/>
                <a:gd name="T5" fmla="*/ 194 h 248"/>
                <a:gd name="T6" fmla="*/ 231 w 472"/>
                <a:gd name="T7" fmla="*/ 134 h 248"/>
                <a:gd name="T8" fmla="*/ 55 w 472"/>
                <a:gd name="T9" fmla="*/ 23 h 248"/>
                <a:gd name="T10" fmla="*/ 111 w 472"/>
                <a:gd name="T11" fmla="*/ 28 h 248"/>
                <a:gd name="T12" fmla="*/ 117 w 472"/>
                <a:gd name="T13" fmla="*/ 18 h 248"/>
                <a:gd name="T14" fmla="*/ 12 w 472"/>
                <a:gd name="T15" fmla="*/ 15 h 248"/>
                <a:gd name="T16" fmla="*/ 217 w 472"/>
                <a:gd name="T17" fmla="*/ 166 h 248"/>
                <a:gd name="T18" fmla="*/ 465 w 472"/>
                <a:gd name="T19" fmla="*/ 221 h 248"/>
                <a:gd name="T20" fmla="*/ 394 w 472"/>
                <a:gd name="T21" fmla="*/ 1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2" h="248">
                  <a:moveTo>
                    <a:pt x="394" y="144"/>
                  </a:moveTo>
                  <a:cubicBezTo>
                    <a:pt x="393" y="148"/>
                    <a:pt x="391" y="152"/>
                    <a:pt x="390" y="155"/>
                  </a:cubicBezTo>
                  <a:cubicBezTo>
                    <a:pt x="418" y="173"/>
                    <a:pt x="434" y="187"/>
                    <a:pt x="431" y="194"/>
                  </a:cubicBezTo>
                  <a:cubicBezTo>
                    <a:pt x="424" y="208"/>
                    <a:pt x="335" y="181"/>
                    <a:pt x="231" y="134"/>
                  </a:cubicBezTo>
                  <a:cubicBezTo>
                    <a:pt x="128" y="87"/>
                    <a:pt x="49" y="37"/>
                    <a:pt x="55" y="23"/>
                  </a:cubicBezTo>
                  <a:cubicBezTo>
                    <a:pt x="58" y="16"/>
                    <a:pt x="79" y="18"/>
                    <a:pt x="111" y="28"/>
                  </a:cubicBezTo>
                  <a:cubicBezTo>
                    <a:pt x="113" y="24"/>
                    <a:pt x="116" y="20"/>
                    <a:pt x="117" y="18"/>
                  </a:cubicBezTo>
                  <a:cubicBezTo>
                    <a:pt x="60" y="2"/>
                    <a:pt x="19" y="0"/>
                    <a:pt x="12" y="15"/>
                  </a:cubicBezTo>
                  <a:cubicBezTo>
                    <a:pt x="0" y="41"/>
                    <a:pt x="92" y="108"/>
                    <a:pt x="217" y="166"/>
                  </a:cubicBezTo>
                  <a:cubicBezTo>
                    <a:pt x="342" y="223"/>
                    <a:pt x="453" y="248"/>
                    <a:pt x="465" y="221"/>
                  </a:cubicBezTo>
                  <a:cubicBezTo>
                    <a:pt x="472" y="206"/>
                    <a:pt x="444" y="177"/>
                    <a:pt x="394" y="144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9" name="íṩḷïďè">
              <a:extLst>
                <a:ext uri="{FF2B5EF4-FFF2-40B4-BE49-F238E27FC236}">
                  <a16:creationId xmlns:a16="http://schemas.microsoft.com/office/drawing/2014/main" id="{41BF4658-5BE8-44A3-8EAF-90C1A4FF98F3}"/>
                </a:ext>
              </a:extLst>
            </p:cNvPr>
            <p:cNvSpPr/>
            <p:nvPr userDrawn="1"/>
          </p:nvSpPr>
          <p:spPr bwMode="auto">
            <a:xfrm>
              <a:off x="7251701" y="3706813"/>
              <a:ext cx="223838" cy="115888"/>
            </a:xfrm>
            <a:custGeom>
              <a:avLst/>
              <a:gdLst>
                <a:gd name="T0" fmla="*/ 66 w 68"/>
                <a:gd name="T1" fmla="*/ 30 h 35"/>
                <a:gd name="T2" fmla="*/ 30 w 68"/>
                <a:gd name="T3" fmla="*/ 28 h 35"/>
                <a:gd name="T4" fmla="*/ 2 w 68"/>
                <a:gd name="T5" fmla="*/ 5 h 35"/>
                <a:gd name="T6" fmla="*/ 38 w 68"/>
                <a:gd name="T7" fmla="*/ 8 h 35"/>
                <a:gd name="T8" fmla="*/ 66 w 68"/>
                <a:gd name="T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5">
                  <a:moveTo>
                    <a:pt x="66" y="30"/>
                  </a:moveTo>
                  <a:cubicBezTo>
                    <a:pt x="64" y="35"/>
                    <a:pt x="48" y="34"/>
                    <a:pt x="30" y="28"/>
                  </a:cubicBezTo>
                  <a:cubicBezTo>
                    <a:pt x="13" y="21"/>
                    <a:pt x="0" y="11"/>
                    <a:pt x="2" y="5"/>
                  </a:cubicBezTo>
                  <a:cubicBezTo>
                    <a:pt x="4" y="0"/>
                    <a:pt x="20" y="1"/>
                    <a:pt x="38" y="8"/>
                  </a:cubicBezTo>
                  <a:cubicBezTo>
                    <a:pt x="55" y="15"/>
                    <a:pt x="68" y="24"/>
                    <a:pt x="66" y="3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0" name="í$lïḍe">
              <a:extLst>
                <a:ext uri="{FF2B5EF4-FFF2-40B4-BE49-F238E27FC236}">
                  <a16:creationId xmlns:a16="http://schemas.microsoft.com/office/drawing/2014/main" id="{0F8E1640-47A9-4665-BB90-14071C1D9CE7}"/>
                </a:ext>
              </a:extLst>
            </p:cNvPr>
            <p:cNvSpPr/>
            <p:nvPr userDrawn="1"/>
          </p:nvSpPr>
          <p:spPr bwMode="auto">
            <a:xfrm>
              <a:off x="7443788" y="2016125"/>
              <a:ext cx="392113" cy="244475"/>
            </a:xfrm>
            <a:custGeom>
              <a:avLst/>
              <a:gdLst>
                <a:gd name="T0" fmla="*/ 37 w 119"/>
                <a:gd name="T1" fmla="*/ 2 h 74"/>
                <a:gd name="T2" fmla="*/ 2 w 119"/>
                <a:gd name="T3" fmla="*/ 30 h 74"/>
                <a:gd name="T4" fmla="*/ 2 w 119"/>
                <a:gd name="T5" fmla="*/ 30 h 74"/>
                <a:gd name="T6" fmla="*/ 30 w 119"/>
                <a:gd name="T7" fmla="*/ 65 h 74"/>
                <a:gd name="T8" fmla="*/ 82 w 119"/>
                <a:gd name="T9" fmla="*/ 72 h 74"/>
                <a:gd name="T10" fmla="*/ 117 w 119"/>
                <a:gd name="T11" fmla="*/ 43 h 74"/>
                <a:gd name="T12" fmla="*/ 117 w 119"/>
                <a:gd name="T13" fmla="*/ 43 h 74"/>
                <a:gd name="T14" fmla="*/ 88 w 119"/>
                <a:gd name="T15" fmla="*/ 8 h 74"/>
                <a:gd name="T16" fmla="*/ 37 w 119"/>
                <a:gd name="T17" fmla="*/ 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4">
                  <a:moveTo>
                    <a:pt x="37" y="2"/>
                  </a:moveTo>
                  <a:cubicBezTo>
                    <a:pt x="19" y="0"/>
                    <a:pt x="3" y="13"/>
                    <a:pt x="2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48"/>
                    <a:pt x="13" y="64"/>
                    <a:pt x="30" y="65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99" y="74"/>
                    <a:pt x="115" y="61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9" y="26"/>
                    <a:pt x="106" y="10"/>
                    <a:pt x="88" y="8"/>
                  </a:cubicBezTo>
                  <a:lnTo>
                    <a:pt x="37" y="2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1" name="išḻiḋe">
              <a:extLst>
                <a:ext uri="{FF2B5EF4-FFF2-40B4-BE49-F238E27FC236}">
                  <a16:creationId xmlns:a16="http://schemas.microsoft.com/office/drawing/2014/main" id="{B790AF08-4F8A-43FF-9FEE-B6F3826ED2DD}"/>
                </a:ext>
              </a:extLst>
            </p:cNvPr>
            <p:cNvSpPr/>
            <p:nvPr userDrawn="1"/>
          </p:nvSpPr>
          <p:spPr bwMode="auto">
            <a:xfrm>
              <a:off x="7331076" y="1739900"/>
              <a:ext cx="303213" cy="438150"/>
            </a:xfrm>
            <a:custGeom>
              <a:avLst/>
              <a:gdLst>
                <a:gd name="T0" fmla="*/ 62 w 92"/>
                <a:gd name="T1" fmla="*/ 23 h 133"/>
                <a:gd name="T2" fmla="*/ 23 w 92"/>
                <a:gd name="T3" fmla="*/ 6 h 133"/>
                <a:gd name="T4" fmla="*/ 23 w 92"/>
                <a:gd name="T5" fmla="*/ 6 h 133"/>
                <a:gd name="T6" fmla="*/ 6 w 92"/>
                <a:gd name="T7" fmla="*/ 44 h 133"/>
                <a:gd name="T8" fmla="*/ 31 w 92"/>
                <a:gd name="T9" fmla="*/ 110 h 133"/>
                <a:gd name="T10" fmla="*/ 69 w 92"/>
                <a:gd name="T11" fmla="*/ 128 h 133"/>
                <a:gd name="T12" fmla="*/ 69 w 92"/>
                <a:gd name="T13" fmla="*/ 128 h 133"/>
                <a:gd name="T14" fmla="*/ 86 w 92"/>
                <a:gd name="T15" fmla="*/ 89 h 133"/>
                <a:gd name="T16" fmla="*/ 62 w 92"/>
                <a:gd name="T17" fmla="*/ 2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133">
                  <a:moveTo>
                    <a:pt x="62" y="23"/>
                  </a:moveTo>
                  <a:cubicBezTo>
                    <a:pt x="56" y="8"/>
                    <a:pt x="39" y="0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8" y="11"/>
                    <a:pt x="0" y="28"/>
                    <a:pt x="6" y="44"/>
                  </a:cubicBezTo>
                  <a:cubicBezTo>
                    <a:pt x="31" y="110"/>
                    <a:pt x="31" y="110"/>
                    <a:pt x="31" y="110"/>
                  </a:cubicBezTo>
                  <a:cubicBezTo>
                    <a:pt x="37" y="126"/>
                    <a:pt x="54" y="133"/>
                    <a:pt x="69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84" y="122"/>
                    <a:pt x="92" y="105"/>
                    <a:pt x="86" y="89"/>
                  </a:cubicBezTo>
                  <a:lnTo>
                    <a:pt x="62" y="23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2" name="íṩlïḋê">
              <a:extLst>
                <a:ext uri="{FF2B5EF4-FFF2-40B4-BE49-F238E27FC236}">
                  <a16:creationId xmlns:a16="http://schemas.microsoft.com/office/drawing/2014/main" id="{BC889304-0578-4B3B-8C38-B0B1AA1B0696}"/>
                </a:ext>
              </a:extLst>
            </p:cNvPr>
            <p:cNvSpPr/>
            <p:nvPr userDrawn="1"/>
          </p:nvSpPr>
          <p:spPr bwMode="auto">
            <a:xfrm>
              <a:off x="7608888" y="1412875"/>
              <a:ext cx="649288" cy="649288"/>
            </a:xfrm>
            <a:prstGeom prst="ellipse">
              <a:avLst/>
            </a:pr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3" name="îṩlîḋê">
              <a:extLst>
                <a:ext uri="{FF2B5EF4-FFF2-40B4-BE49-F238E27FC236}">
                  <a16:creationId xmlns:a16="http://schemas.microsoft.com/office/drawing/2014/main" id="{DC04C2B5-B757-40F9-B3F7-CAD0FCAB64FA}"/>
                </a:ext>
              </a:extLst>
            </p:cNvPr>
            <p:cNvSpPr/>
            <p:nvPr userDrawn="1"/>
          </p:nvSpPr>
          <p:spPr bwMode="auto">
            <a:xfrm>
              <a:off x="7677151" y="1979613"/>
              <a:ext cx="561975" cy="804863"/>
            </a:xfrm>
            <a:custGeom>
              <a:avLst/>
              <a:gdLst>
                <a:gd name="T0" fmla="*/ 170 w 170"/>
                <a:gd name="T1" fmla="*/ 159 h 244"/>
                <a:gd name="T2" fmla="*/ 85 w 170"/>
                <a:gd name="T3" fmla="*/ 244 h 244"/>
                <a:gd name="T4" fmla="*/ 85 w 170"/>
                <a:gd name="T5" fmla="*/ 244 h 244"/>
                <a:gd name="T6" fmla="*/ 0 w 170"/>
                <a:gd name="T7" fmla="*/ 159 h 244"/>
                <a:gd name="T8" fmla="*/ 0 w 170"/>
                <a:gd name="T9" fmla="*/ 85 h 244"/>
                <a:gd name="T10" fmla="*/ 85 w 170"/>
                <a:gd name="T11" fmla="*/ 0 h 244"/>
                <a:gd name="T12" fmla="*/ 85 w 170"/>
                <a:gd name="T13" fmla="*/ 0 h 244"/>
                <a:gd name="T14" fmla="*/ 170 w 170"/>
                <a:gd name="T15" fmla="*/ 85 h 244"/>
                <a:gd name="T16" fmla="*/ 170 w 170"/>
                <a:gd name="T17" fmla="*/ 159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244">
                  <a:moveTo>
                    <a:pt x="170" y="159"/>
                  </a:moveTo>
                  <a:cubicBezTo>
                    <a:pt x="170" y="206"/>
                    <a:pt x="132" y="244"/>
                    <a:pt x="85" y="244"/>
                  </a:cubicBezTo>
                  <a:cubicBezTo>
                    <a:pt x="85" y="244"/>
                    <a:pt x="85" y="244"/>
                    <a:pt x="85" y="244"/>
                  </a:cubicBezTo>
                  <a:cubicBezTo>
                    <a:pt x="38" y="244"/>
                    <a:pt x="0" y="206"/>
                    <a:pt x="0" y="15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8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32" y="0"/>
                    <a:pt x="170" y="38"/>
                    <a:pt x="170" y="85"/>
                  </a:cubicBezTo>
                  <a:lnTo>
                    <a:pt x="170" y="159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4" name="îśļídè">
              <a:extLst>
                <a:ext uri="{FF2B5EF4-FFF2-40B4-BE49-F238E27FC236}">
                  <a16:creationId xmlns:a16="http://schemas.microsoft.com/office/drawing/2014/main" id="{86B4AC87-2F7C-4CAF-8A9C-18B4F964E8D0}"/>
                </a:ext>
              </a:extLst>
            </p:cNvPr>
            <p:cNvSpPr/>
            <p:nvPr userDrawn="1"/>
          </p:nvSpPr>
          <p:spPr bwMode="auto">
            <a:xfrm>
              <a:off x="7710488" y="2098675"/>
              <a:ext cx="238125" cy="177800"/>
            </a:xfrm>
            <a:custGeom>
              <a:avLst/>
              <a:gdLst>
                <a:gd name="T0" fmla="*/ 25 w 72"/>
                <a:gd name="T1" fmla="*/ 53 h 54"/>
                <a:gd name="T2" fmla="*/ 0 w 72"/>
                <a:gd name="T3" fmla="*/ 30 h 54"/>
                <a:gd name="T4" fmla="*/ 0 w 72"/>
                <a:gd name="T5" fmla="*/ 30 h 54"/>
                <a:gd name="T6" fmla="*/ 25 w 72"/>
                <a:gd name="T7" fmla="*/ 3 h 54"/>
                <a:gd name="T8" fmla="*/ 47 w 72"/>
                <a:gd name="T9" fmla="*/ 1 h 54"/>
                <a:gd name="T10" fmla="*/ 72 w 72"/>
                <a:gd name="T11" fmla="*/ 24 h 54"/>
                <a:gd name="T12" fmla="*/ 72 w 72"/>
                <a:gd name="T13" fmla="*/ 24 h 54"/>
                <a:gd name="T14" fmla="*/ 47 w 72"/>
                <a:gd name="T15" fmla="*/ 51 h 54"/>
                <a:gd name="T16" fmla="*/ 25 w 72"/>
                <a:gd name="T17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54">
                  <a:moveTo>
                    <a:pt x="25" y="53"/>
                  </a:moveTo>
                  <a:cubicBezTo>
                    <a:pt x="11" y="54"/>
                    <a:pt x="0" y="44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6"/>
                    <a:pt x="11" y="4"/>
                    <a:pt x="25" y="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61" y="0"/>
                    <a:pt x="72" y="10"/>
                    <a:pt x="72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38"/>
                    <a:pt x="61" y="50"/>
                    <a:pt x="47" y="51"/>
                  </a:cubicBezTo>
                  <a:lnTo>
                    <a:pt x="25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5" name="îş1îḓê">
              <a:extLst>
                <a:ext uri="{FF2B5EF4-FFF2-40B4-BE49-F238E27FC236}">
                  <a16:creationId xmlns:a16="http://schemas.microsoft.com/office/drawing/2014/main" id="{A2674588-E0BD-4A2B-A3B8-6F6594CD9374}"/>
                </a:ext>
              </a:extLst>
            </p:cNvPr>
            <p:cNvSpPr/>
            <p:nvPr userDrawn="1"/>
          </p:nvSpPr>
          <p:spPr bwMode="auto">
            <a:xfrm>
              <a:off x="7386638" y="2511425"/>
              <a:ext cx="511175" cy="377825"/>
            </a:xfrm>
            <a:custGeom>
              <a:avLst/>
              <a:gdLst>
                <a:gd name="T0" fmla="*/ 59 w 155"/>
                <a:gd name="T1" fmla="*/ 108 h 115"/>
                <a:gd name="T2" fmla="*/ 7 w 155"/>
                <a:gd name="T3" fmla="*/ 82 h 115"/>
                <a:gd name="T4" fmla="*/ 7 w 155"/>
                <a:gd name="T5" fmla="*/ 82 h 115"/>
                <a:gd name="T6" fmla="*/ 34 w 155"/>
                <a:gd name="T7" fmla="*/ 30 h 115"/>
                <a:gd name="T8" fmla="*/ 96 w 155"/>
                <a:gd name="T9" fmla="*/ 8 h 115"/>
                <a:gd name="T10" fmla="*/ 148 w 155"/>
                <a:gd name="T11" fmla="*/ 34 h 115"/>
                <a:gd name="T12" fmla="*/ 148 w 155"/>
                <a:gd name="T13" fmla="*/ 34 h 115"/>
                <a:gd name="T14" fmla="*/ 122 w 155"/>
                <a:gd name="T15" fmla="*/ 86 h 115"/>
                <a:gd name="T16" fmla="*/ 59 w 155"/>
                <a:gd name="T17" fmla="*/ 10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115">
                  <a:moveTo>
                    <a:pt x="59" y="108"/>
                  </a:moveTo>
                  <a:cubicBezTo>
                    <a:pt x="38" y="115"/>
                    <a:pt x="15" y="103"/>
                    <a:pt x="7" y="82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0" y="60"/>
                    <a:pt x="12" y="37"/>
                    <a:pt x="34" y="30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118" y="0"/>
                    <a:pt x="141" y="12"/>
                    <a:pt x="148" y="34"/>
                  </a:cubicBezTo>
                  <a:cubicBezTo>
                    <a:pt x="148" y="34"/>
                    <a:pt x="148" y="34"/>
                    <a:pt x="148" y="34"/>
                  </a:cubicBezTo>
                  <a:cubicBezTo>
                    <a:pt x="155" y="55"/>
                    <a:pt x="144" y="78"/>
                    <a:pt x="122" y="86"/>
                  </a:cubicBezTo>
                  <a:lnTo>
                    <a:pt x="59" y="108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6" name="íŝḷidè">
              <a:extLst>
                <a:ext uri="{FF2B5EF4-FFF2-40B4-BE49-F238E27FC236}">
                  <a16:creationId xmlns:a16="http://schemas.microsoft.com/office/drawing/2014/main" id="{77CAE2FE-7C94-4DF8-A285-5964A8E63F20}"/>
                </a:ext>
              </a:extLst>
            </p:cNvPr>
            <p:cNvSpPr/>
            <p:nvPr userDrawn="1"/>
          </p:nvSpPr>
          <p:spPr bwMode="auto">
            <a:xfrm>
              <a:off x="7343776" y="2686050"/>
              <a:ext cx="311150" cy="563563"/>
            </a:xfrm>
            <a:custGeom>
              <a:avLst/>
              <a:gdLst>
                <a:gd name="T0" fmla="*/ 78 w 94"/>
                <a:gd name="T1" fmla="*/ 136 h 171"/>
                <a:gd name="T2" fmla="*/ 35 w 94"/>
                <a:gd name="T3" fmla="*/ 168 h 171"/>
                <a:gd name="T4" fmla="*/ 35 w 94"/>
                <a:gd name="T5" fmla="*/ 168 h 171"/>
                <a:gd name="T6" fmla="*/ 3 w 94"/>
                <a:gd name="T7" fmla="*/ 125 h 171"/>
                <a:gd name="T8" fmla="*/ 16 w 94"/>
                <a:gd name="T9" fmla="*/ 35 h 171"/>
                <a:gd name="T10" fmla="*/ 59 w 94"/>
                <a:gd name="T11" fmla="*/ 3 h 171"/>
                <a:gd name="T12" fmla="*/ 59 w 94"/>
                <a:gd name="T13" fmla="*/ 3 h 171"/>
                <a:gd name="T14" fmla="*/ 91 w 94"/>
                <a:gd name="T15" fmla="*/ 46 h 171"/>
                <a:gd name="T16" fmla="*/ 78 w 94"/>
                <a:gd name="T17" fmla="*/ 13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71">
                  <a:moveTo>
                    <a:pt x="78" y="136"/>
                  </a:moveTo>
                  <a:cubicBezTo>
                    <a:pt x="75" y="157"/>
                    <a:pt x="56" y="171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14" y="165"/>
                    <a:pt x="0" y="146"/>
                    <a:pt x="3" y="12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9" y="14"/>
                    <a:pt x="38" y="0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80" y="6"/>
                    <a:pt x="94" y="25"/>
                    <a:pt x="91" y="46"/>
                  </a:cubicBezTo>
                  <a:lnTo>
                    <a:pt x="78" y="136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7" name="íśḷíḓê">
              <a:extLst>
                <a:ext uri="{FF2B5EF4-FFF2-40B4-BE49-F238E27FC236}">
                  <a16:creationId xmlns:a16="http://schemas.microsoft.com/office/drawing/2014/main" id="{B89689D6-2F5D-407B-A302-3416EF5F5F2E}"/>
                </a:ext>
              </a:extLst>
            </p:cNvPr>
            <p:cNvSpPr/>
            <p:nvPr userDrawn="1"/>
          </p:nvSpPr>
          <p:spPr bwMode="auto">
            <a:xfrm>
              <a:off x="7148513" y="3060700"/>
              <a:ext cx="415925" cy="192088"/>
            </a:xfrm>
            <a:custGeom>
              <a:avLst/>
              <a:gdLst>
                <a:gd name="T0" fmla="*/ 31 w 126"/>
                <a:gd name="T1" fmla="*/ 58 h 58"/>
                <a:gd name="T2" fmla="*/ 0 w 126"/>
                <a:gd name="T3" fmla="*/ 45 h 58"/>
                <a:gd name="T4" fmla="*/ 2 w 126"/>
                <a:gd name="T5" fmla="*/ 30 h 58"/>
                <a:gd name="T6" fmla="*/ 30 w 126"/>
                <a:gd name="T7" fmla="*/ 2 h 58"/>
                <a:gd name="T8" fmla="*/ 97 w 126"/>
                <a:gd name="T9" fmla="*/ 0 h 58"/>
                <a:gd name="T10" fmla="*/ 126 w 126"/>
                <a:gd name="T11" fmla="*/ 28 h 58"/>
                <a:gd name="T12" fmla="*/ 126 w 126"/>
                <a:gd name="T13" fmla="*/ 28 h 58"/>
                <a:gd name="T14" fmla="*/ 111 w 126"/>
                <a:gd name="T15" fmla="*/ 53 h 58"/>
                <a:gd name="T16" fmla="*/ 31 w 126"/>
                <a:gd name="T1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58">
                  <a:moveTo>
                    <a:pt x="31" y="58"/>
                  </a:moveTo>
                  <a:cubicBezTo>
                    <a:pt x="15" y="58"/>
                    <a:pt x="0" y="56"/>
                    <a:pt x="0" y="45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15"/>
                    <a:pt x="14" y="2"/>
                    <a:pt x="30" y="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13" y="0"/>
                    <a:pt x="126" y="12"/>
                    <a:pt x="126" y="28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26" y="43"/>
                    <a:pt x="126" y="52"/>
                    <a:pt x="111" y="53"/>
                  </a:cubicBezTo>
                  <a:lnTo>
                    <a:pt x="31" y="58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8" name="îś1ïḋé">
              <a:extLst>
                <a:ext uri="{FF2B5EF4-FFF2-40B4-BE49-F238E27FC236}">
                  <a16:creationId xmlns:a16="http://schemas.microsoft.com/office/drawing/2014/main" id="{5A91355C-A8FD-48C4-8407-3C356A438E9A}"/>
                </a:ext>
              </a:extLst>
            </p:cNvPr>
            <p:cNvSpPr/>
            <p:nvPr userDrawn="1"/>
          </p:nvSpPr>
          <p:spPr bwMode="auto">
            <a:xfrm>
              <a:off x="7156451" y="3182938"/>
              <a:ext cx="401638" cy="73025"/>
            </a:xfrm>
            <a:custGeom>
              <a:avLst/>
              <a:gdLst>
                <a:gd name="T0" fmla="*/ 27 w 122"/>
                <a:gd name="T1" fmla="*/ 22 h 22"/>
                <a:gd name="T2" fmla="*/ 0 w 122"/>
                <a:gd name="T3" fmla="*/ 12 h 22"/>
                <a:gd name="T4" fmla="*/ 0 w 122"/>
                <a:gd name="T5" fmla="*/ 12 h 22"/>
                <a:gd name="T6" fmla="*/ 27 w 122"/>
                <a:gd name="T7" fmla="*/ 2 h 22"/>
                <a:gd name="T8" fmla="*/ 94 w 122"/>
                <a:gd name="T9" fmla="*/ 1 h 22"/>
                <a:gd name="T10" fmla="*/ 122 w 122"/>
                <a:gd name="T11" fmla="*/ 9 h 22"/>
                <a:gd name="T12" fmla="*/ 122 w 122"/>
                <a:gd name="T13" fmla="*/ 9 h 22"/>
                <a:gd name="T14" fmla="*/ 94 w 122"/>
                <a:gd name="T15" fmla="*/ 19 h 22"/>
                <a:gd name="T16" fmla="*/ 27 w 122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" h="22">
                  <a:moveTo>
                    <a:pt x="27" y="22"/>
                  </a:moveTo>
                  <a:cubicBezTo>
                    <a:pt x="12" y="22"/>
                    <a:pt x="0" y="1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7"/>
                    <a:pt x="12" y="2"/>
                    <a:pt x="27" y="2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109" y="0"/>
                    <a:pt x="121" y="4"/>
                    <a:pt x="122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14"/>
                    <a:pt x="109" y="18"/>
                    <a:pt x="94" y="19"/>
                  </a:cubicBezTo>
                  <a:lnTo>
                    <a:pt x="27" y="22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9" name="ïşḻîḍe">
              <a:extLst>
                <a:ext uri="{FF2B5EF4-FFF2-40B4-BE49-F238E27FC236}">
                  <a16:creationId xmlns:a16="http://schemas.microsoft.com/office/drawing/2014/main" id="{CD0D7EF3-E8C3-4442-BE02-CD97B20C5333}"/>
                </a:ext>
              </a:extLst>
            </p:cNvPr>
            <p:cNvSpPr/>
            <p:nvPr userDrawn="1"/>
          </p:nvSpPr>
          <p:spPr bwMode="auto">
            <a:xfrm>
              <a:off x="7612063" y="1449388"/>
              <a:ext cx="501650" cy="539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0" name="îşḷíḑè">
              <a:extLst>
                <a:ext uri="{FF2B5EF4-FFF2-40B4-BE49-F238E27FC236}">
                  <a16:creationId xmlns:a16="http://schemas.microsoft.com/office/drawing/2014/main" id="{F9D73D3B-345E-434E-A291-7CAB91A3EDC8}"/>
                </a:ext>
              </a:extLst>
            </p:cNvPr>
            <p:cNvSpPr/>
            <p:nvPr userDrawn="1"/>
          </p:nvSpPr>
          <p:spPr bwMode="auto">
            <a:xfrm>
              <a:off x="7634288" y="1485900"/>
              <a:ext cx="439738" cy="474663"/>
            </a:xfrm>
            <a:prstGeom prst="ellipse">
              <a:avLst/>
            </a:pr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1" name="išḷíḑé">
              <a:extLst>
                <a:ext uri="{FF2B5EF4-FFF2-40B4-BE49-F238E27FC236}">
                  <a16:creationId xmlns:a16="http://schemas.microsoft.com/office/drawing/2014/main" id="{F3BAD511-D27C-42D4-8135-4EE556089EBC}"/>
                </a:ext>
              </a:extLst>
            </p:cNvPr>
            <p:cNvSpPr/>
            <p:nvPr userDrawn="1"/>
          </p:nvSpPr>
          <p:spPr bwMode="auto">
            <a:xfrm>
              <a:off x="7686676" y="1560513"/>
              <a:ext cx="90488" cy="115888"/>
            </a:xfrm>
            <a:custGeom>
              <a:avLst/>
              <a:gdLst>
                <a:gd name="T0" fmla="*/ 24 w 27"/>
                <a:gd name="T1" fmla="*/ 21 h 35"/>
                <a:gd name="T2" fmla="*/ 8 w 27"/>
                <a:gd name="T3" fmla="*/ 32 h 35"/>
                <a:gd name="T4" fmla="*/ 3 w 27"/>
                <a:gd name="T5" fmla="*/ 14 h 35"/>
                <a:gd name="T6" fmla="*/ 19 w 27"/>
                <a:gd name="T7" fmla="*/ 2 h 35"/>
                <a:gd name="T8" fmla="*/ 24 w 27"/>
                <a:gd name="T9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5">
                  <a:moveTo>
                    <a:pt x="24" y="21"/>
                  </a:moveTo>
                  <a:cubicBezTo>
                    <a:pt x="21" y="30"/>
                    <a:pt x="14" y="35"/>
                    <a:pt x="8" y="32"/>
                  </a:cubicBezTo>
                  <a:cubicBezTo>
                    <a:pt x="2" y="30"/>
                    <a:pt x="0" y="22"/>
                    <a:pt x="3" y="14"/>
                  </a:cubicBezTo>
                  <a:cubicBezTo>
                    <a:pt x="6" y="5"/>
                    <a:pt x="13" y="0"/>
                    <a:pt x="19" y="2"/>
                  </a:cubicBezTo>
                  <a:cubicBezTo>
                    <a:pt x="25" y="4"/>
                    <a:pt x="27" y="13"/>
                    <a:pt x="24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2" name="iṣľiḋê">
              <a:extLst>
                <a:ext uri="{FF2B5EF4-FFF2-40B4-BE49-F238E27FC236}">
                  <a16:creationId xmlns:a16="http://schemas.microsoft.com/office/drawing/2014/main" id="{3B2ED077-E165-4AFA-A7FD-761124FEF0CF}"/>
                </a:ext>
              </a:extLst>
            </p:cNvPr>
            <p:cNvSpPr/>
            <p:nvPr userDrawn="1"/>
          </p:nvSpPr>
          <p:spPr bwMode="auto">
            <a:xfrm>
              <a:off x="7747001" y="1663700"/>
              <a:ext cx="46038" cy="55563"/>
            </a:xfrm>
            <a:custGeom>
              <a:avLst/>
              <a:gdLst>
                <a:gd name="T0" fmla="*/ 12 w 14"/>
                <a:gd name="T1" fmla="*/ 11 h 17"/>
                <a:gd name="T2" fmla="*/ 4 w 14"/>
                <a:gd name="T3" fmla="*/ 16 h 17"/>
                <a:gd name="T4" fmla="*/ 2 w 14"/>
                <a:gd name="T5" fmla="*/ 7 h 17"/>
                <a:gd name="T6" fmla="*/ 9 w 14"/>
                <a:gd name="T7" fmla="*/ 1 h 17"/>
                <a:gd name="T8" fmla="*/ 12 w 14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2" y="11"/>
                  </a:moveTo>
                  <a:cubicBezTo>
                    <a:pt x="11" y="15"/>
                    <a:pt x="7" y="17"/>
                    <a:pt x="4" y="16"/>
                  </a:cubicBezTo>
                  <a:cubicBezTo>
                    <a:pt x="1" y="15"/>
                    <a:pt x="0" y="11"/>
                    <a:pt x="2" y="7"/>
                  </a:cubicBezTo>
                  <a:cubicBezTo>
                    <a:pt x="3" y="3"/>
                    <a:pt x="7" y="0"/>
                    <a:pt x="9" y="1"/>
                  </a:cubicBezTo>
                  <a:cubicBezTo>
                    <a:pt x="12" y="2"/>
                    <a:pt x="14" y="6"/>
                    <a:pt x="1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3" name="ï$ļîḑê">
              <a:extLst>
                <a:ext uri="{FF2B5EF4-FFF2-40B4-BE49-F238E27FC236}">
                  <a16:creationId xmlns:a16="http://schemas.microsoft.com/office/drawing/2014/main" id="{CA65B935-E71E-4A8C-9AF4-D77E4CAE7DBE}"/>
                </a:ext>
              </a:extLst>
            </p:cNvPr>
            <p:cNvSpPr/>
            <p:nvPr userDrawn="1"/>
          </p:nvSpPr>
          <p:spPr bwMode="auto">
            <a:xfrm>
              <a:off x="7673976" y="2332038"/>
              <a:ext cx="565150" cy="161925"/>
            </a:xfrm>
            <a:custGeom>
              <a:avLst/>
              <a:gdLst>
                <a:gd name="T0" fmla="*/ 171 w 171"/>
                <a:gd name="T1" fmla="*/ 49 h 49"/>
                <a:gd name="T2" fmla="*/ 1 w 171"/>
                <a:gd name="T3" fmla="*/ 39 h 49"/>
                <a:gd name="T4" fmla="*/ 0 w 171"/>
                <a:gd name="T5" fmla="*/ 31 h 49"/>
                <a:gd name="T6" fmla="*/ 171 w 171"/>
                <a:gd name="T7" fmla="*/ 41 h 49"/>
                <a:gd name="T8" fmla="*/ 171 w 171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49">
                  <a:moveTo>
                    <a:pt x="171" y="49"/>
                  </a:moveTo>
                  <a:cubicBezTo>
                    <a:pt x="75" y="9"/>
                    <a:pt x="1" y="39"/>
                    <a:pt x="1" y="3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4" y="30"/>
                    <a:pt x="72" y="0"/>
                    <a:pt x="171" y="41"/>
                  </a:cubicBezTo>
                  <a:lnTo>
                    <a:pt x="171" y="49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4" name="íšḷîḑê">
              <a:extLst>
                <a:ext uri="{FF2B5EF4-FFF2-40B4-BE49-F238E27FC236}">
                  <a16:creationId xmlns:a16="http://schemas.microsoft.com/office/drawing/2014/main" id="{47489089-3940-4D13-B4C8-33C90A2FD1D8}"/>
                </a:ext>
              </a:extLst>
            </p:cNvPr>
            <p:cNvSpPr/>
            <p:nvPr userDrawn="1"/>
          </p:nvSpPr>
          <p:spPr bwMode="auto">
            <a:xfrm>
              <a:off x="7466013" y="2009775"/>
              <a:ext cx="165100" cy="217488"/>
            </a:xfrm>
            <a:custGeom>
              <a:avLst/>
              <a:gdLst>
                <a:gd name="T0" fmla="*/ 3 w 50"/>
                <a:gd name="T1" fmla="*/ 59 h 66"/>
                <a:gd name="T2" fmla="*/ 43 w 50"/>
                <a:gd name="T3" fmla="*/ 0 h 66"/>
                <a:gd name="T4" fmla="*/ 50 w 50"/>
                <a:gd name="T5" fmla="*/ 8 h 66"/>
                <a:gd name="T6" fmla="*/ 17 w 50"/>
                <a:gd name="T7" fmla="*/ 66 h 66"/>
                <a:gd name="T8" fmla="*/ 3 w 50"/>
                <a:gd name="T9" fmla="*/ 5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6">
                  <a:moveTo>
                    <a:pt x="3" y="59"/>
                  </a:moveTo>
                  <a:cubicBezTo>
                    <a:pt x="0" y="24"/>
                    <a:pt x="28" y="6"/>
                    <a:pt x="43" y="0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9" y="8"/>
                    <a:pt x="14" y="33"/>
                    <a:pt x="17" y="66"/>
                  </a:cubicBezTo>
                  <a:lnTo>
                    <a:pt x="3" y="59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5" name="ïšľîḍe">
              <a:extLst>
                <a:ext uri="{FF2B5EF4-FFF2-40B4-BE49-F238E27FC236}">
                  <a16:creationId xmlns:a16="http://schemas.microsoft.com/office/drawing/2014/main" id="{AF3C1CF0-5A2B-4BC8-9651-AD2FC7BB8EBB}"/>
                </a:ext>
              </a:extLst>
            </p:cNvPr>
            <p:cNvSpPr/>
            <p:nvPr userDrawn="1"/>
          </p:nvSpPr>
          <p:spPr bwMode="auto">
            <a:xfrm>
              <a:off x="7413626" y="2616200"/>
              <a:ext cx="241300" cy="223838"/>
            </a:xfrm>
            <a:custGeom>
              <a:avLst/>
              <a:gdLst>
                <a:gd name="T0" fmla="*/ 59 w 73"/>
                <a:gd name="T1" fmla="*/ 68 h 68"/>
                <a:gd name="T2" fmla="*/ 0 w 73"/>
                <a:gd name="T3" fmla="*/ 23 h 68"/>
                <a:gd name="T4" fmla="*/ 6 w 73"/>
                <a:gd name="T5" fmla="*/ 11 h 68"/>
                <a:gd name="T6" fmla="*/ 73 w 73"/>
                <a:gd name="T7" fmla="*/ 61 h 68"/>
                <a:gd name="T8" fmla="*/ 59 w 73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68">
                  <a:moveTo>
                    <a:pt x="59" y="68"/>
                  </a:moveTo>
                  <a:cubicBezTo>
                    <a:pt x="35" y="18"/>
                    <a:pt x="1" y="22"/>
                    <a:pt x="0" y="23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8" y="11"/>
                    <a:pt x="43" y="0"/>
                    <a:pt x="73" y="61"/>
                  </a:cubicBezTo>
                  <a:lnTo>
                    <a:pt x="59" y="68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6" name="îšḷídê">
              <a:extLst>
                <a:ext uri="{FF2B5EF4-FFF2-40B4-BE49-F238E27FC236}">
                  <a16:creationId xmlns:a16="http://schemas.microsoft.com/office/drawing/2014/main" id="{30ACB8C5-0EB7-406D-8D32-8E8CEA92B3B7}"/>
                </a:ext>
              </a:extLst>
            </p:cNvPr>
            <p:cNvSpPr/>
            <p:nvPr userDrawn="1"/>
          </p:nvSpPr>
          <p:spPr bwMode="auto">
            <a:xfrm>
              <a:off x="7664451" y="2438400"/>
              <a:ext cx="504825" cy="312738"/>
            </a:xfrm>
            <a:custGeom>
              <a:avLst/>
              <a:gdLst>
                <a:gd name="T0" fmla="*/ 48 w 153"/>
                <a:gd name="T1" fmla="*/ 92 h 95"/>
                <a:gd name="T2" fmla="*/ 3 w 153"/>
                <a:gd name="T3" fmla="*/ 56 h 95"/>
                <a:gd name="T4" fmla="*/ 3 w 153"/>
                <a:gd name="T5" fmla="*/ 56 h 95"/>
                <a:gd name="T6" fmla="*/ 39 w 153"/>
                <a:gd name="T7" fmla="*/ 11 h 95"/>
                <a:gd name="T8" fmla="*/ 105 w 153"/>
                <a:gd name="T9" fmla="*/ 2 h 95"/>
                <a:gd name="T10" fmla="*/ 151 w 153"/>
                <a:gd name="T11" fmla="*/ 39 h 95"/>
                <a:gd name="T12" fmla="*/ 151 w 153"/>
                <a:gd name="T13" fmla="*/ 39 h 95"/>
                <a:gd name="T14" fmla="*/ 114 w 153"/>
                <a:gd name="T15" fmla="*/ 84 h 95"/>
                <a:gd name="T16" fmla="*/ 48 w 153"/>
                <a:gd name="T17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95">
                  <a:moveTo>
                    <a:pt x="48" y="92"/>
                  </a:moveTo>
                  <a:cubicBezTo>
                    <a:pt x="25" y="95"/>
                    <a:pt x="5" y="78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0" y="33"/>
                    <a:pt x="17" y="13"/>
                    <a:pt x="39" y="11"/>
                  </a:cubicBezTo>
                  <a:cubicBezTo>
                    <a:pt x="105" y="2"/>
                    <a:pt x="105" y="2"/>
                    <a:pt x="105" y="2"/>
                  </a:cubicBezTo>
                  <a:cubicBezTo>
                    <a:pt x="128" y="0"/>
                    <a:pt x="148" y="16"/>
                    <a:pt x="151" y="39"/>
                  </a:cubicBezTo>
                  <a:cubicBezTo>
                    <a:pt x="151" y="39"/>
                    <a:pt x="151" y="39"/>
                    <a:pt x="151" y="39"/>
                  </a:cubicBezTo>
                  <a:cubicBezTo>
                    <a:pt x="153" y="62"/>
                    <a:pt x="136" y="82"/>
                    <a:pt x="114" y="84"/>
                  </a:cubicBezTo>
                  <a:lnTo>
                    <a:pt x="48" y="92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7" name="iśḷîḑé">
              <a:extLst>
                <a:ext uri="{FF2B5EF4-FFF2-40B4-BE49-F238E27FC236}">
                  <a16:creationId xmlns:a16="http://schemas.microsoft.com/office/drawing/2014/main" id="{D22AC831-846E-411E-8C15-A978780BA282}"/>
                </a:ext>
              </a:extLst>
            </p:cNvPr>
            <p:cNvSpPr/>
            <p:nvPr userDrawn="1"/>
          </p:nvSpPr>
          <p:spPr bwMode="auto">
            <a:xfrm>
              <a:off x="7521576" y="2540000"/>
              <a:ext cx="390525" cy="566738"/>
            </a:xfrm>
            <a:custGeom>
              <a:avLst/>
              <a:gdLst>
                <a:gd name="T0" fmla="*/ 79 w 118"/>
                <a:gd name="T1" fmla="*/ 142 h 172"/>
                <a:gd name="T2" fmla="*/ 30 w 118"/>
                <a:gd name="T3" fmla="*/ 164 h 172"/>
                <a:gd name="T4" fmla="*/ 30 w 118"/>
                <a:gd name="T5" fmla="*/ 164 h 172"/>
                <a:gd name="T6" fmla="*/ 8 w 118"/>
                <a:gd name="T7" fmla="*/ 115 h 172"/>
                <a:gd name="T8" fmla="*/ 40 w 118"/>
                <a:gd name="T9" fmla="*/ 30 h 172"/>
                <a:gd name="T10" fmla="*/ 89 w 118"/>
                <a:gd name="T11" fmla="*/ 8 h 172"/>
                <a:gd name="T12" fmla="*/ 89 w 118"/>
                <a:gd name="T13" fmla="*/ 8 h 172"/>
                <a:gd name="T14" fmla="*/ 111 w 118"/>
                <a:gd name="T15" fmla="*/ 57 h 172"/>
                <a:gd name="T16" fmla="*/ 79 w 118"/>
                <a:gd name="T17" fmla="*/ 14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72">
                  <a:moveTo>
                    <a:pt x="79" y="142"/>
                  </a:moveTo>
                  <a:cubicBezTo>
                    <a:pt x="72" y="162"/>
                    <a:pt x="50" y="172"/>
                    <a:pt x="30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10" y="157"/>
                    <a:pt x="0" y="135"/>
                    <a:pt x="8" y="115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7" y="10"/>
                    <a:pt x="69" y="0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108" y="15"/>
                    <a:pt x="118" y="37"/>
                    <a:pt x="111" y="57"/>
                  </a:cubicBezTo>
                  <a:lnTo>
                    <a:pt x="79" y="142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8" name="išḷïḑe">
              <a:extLst>
                <a:ext uri="{FF2B5EF4-FFF2-40B4-BE49-F238E27FC236}">
                  <a16:creationId xmlns:a16="http://schemas.microsoft.com/office/drawing/2014/main" id="{55087421-4679-428A-A924-12657C8ABDF7}"/>
                </a:ext>
              </a:extLst>
            </p:cNvPr>
            <p:cNvSpPr/>
            <p:nvPr userDrawn="1"/>
          </p:nvSpPr>
          <p:spPr bwMode="auto">
            <a:xfrm>
              <a:off x="7318376" y="2916238"/>
              <a:ext cx="438150" cy="250825"/>
            </a:xfrm>
            <a:custGeom>
              <a:avLst/>
              <a:gdLst>
                <a:gd name="T0" fmla="*/ 31 w 133"/>
                <a:gd name="T1" fmla="*/ 58 h 76"/>
                <a:gd name="T2" fmla="*/ 3 w 133"/>
                <a:gd name="T3" fmla="*/ 38 h 76"/>
                <a:gd name="T4" fmla="*/ 9 w 133"/>
                <a:gd name="T5" fmla="*/ 25 h 76"/>
                <a:gd name="T6" fmla="*/ 43 w 133"/>
                <a:gd name="T7" fmla="*/ 3 h 76"/>
                <a:gd name="T8" fmla="*/ 109 w 133"/>
                <a:gd name="T9" fmla="*/ 18 h 76"/>
                <a:gd name="T10" fmla="*/ 130 w 133"/>
                <a:gd name="T11" fmla="*/ 52 h 76"/>
                <a:gd name="T12" fmla="*/ 130 w 133"/>
                <a:gd name="T13" fmla="*/ 52 h 76"/>
                <a:gd name="T14" fmla="*/ 109 w 133"/>
                <a:gd name="T15" fmla="*/ 73 h 76"/>
                <a:gd name="T16" fmla="*/ 31 w 133"/>
                <a:gd name="T17" fmla="*/ 5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76">
                  <a:moveTo>
                    <a:pt x="31" y="58"/>
                  </a:moveTo>
                  <a:cubicBezTo>
                    <a:pt x="15" y="55"/>
                    <a:pt x="0" y="51"/>
                    <a:pt x="3" y="38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3" y="9"/>
                    <a:pt x="28" y="0"/>
                    <a:pt x="43" y="3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24" y="22"/>
                    <a:pt x="133" y="37"/>
                    <a:pt x="130" y="52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27" y="67"/>
                    <a:pt x="125" y="76"/>
                    <a:pt x="109" y="73"/>
                  </a:cubicBezTo>
                  <a:lnTo>
                    <a:pt x="31" y="58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9" name="íSľïďé">
              <a:extLst>
                <a:ext uri="{FF2B5EF4-FFF2-40B4-BE49-F238E27FC236}">
                  <a16:creationId xmlns:a16="http://schemas.microsoft.com/office/drawing/2014/main" id="{ECDA0E90-7EB3-42D7-A9FF-8DD2C200D734}"/>
                </a:ext>
              </a:extLst>
            </p:cNvPr>
            <p:cNvSpPr/>
            <p:nvPr userDrawn="1"/>
          </p:nvSpPr>
          <p:spPr bwMode="auto">
            <a:xfrm>
              <a:off x="7324726" y="3038475"/>
              <a:ext cx="404813" cy="128588"/>
            </a:xfrm>
            <a:custGeom>
              <a:avLst/>
              <a:gdLst>
                <a:gd name="T0" fmla="*/ 26 w 123"/>
                <a:gd name="T1" fmla="*/ 21 h 39"/>
                <a:gd name="T2" fmla="*/ 1 w 123"/>
                <a:gd name="T3" fmla="*/ 6 h 39"/>
                <a:gd name="T4" fmla="*/ 1 w 123"/>
                <a:gd name="T5" fmla="*/ 6 h 39"/>
                <a:gd name="T6" fmla="*/ 30 w 123"/>
                <a:gd name="T7" fmla="*/ 3 h 39"/>
                <a:gd name="T8" fmla="*/ 96 w 123"/>
                <a:gd name="T9" fmla="*/ 18 h 39"/>
                <a:gd name="T10" fmla="*/ 122 w 123"/>
                <a:gd name="T11" fmla="*/ 33 h 39"/>
                <a:gd name="T12" fmla="*/ 122 w 123"/>
                <a:gd name="T13" fmla="*/ 33 h 39"/>
                <a:gd name="T14" fmla="*/ 92 w 123"/>
                <a:gd name="T15" fmla="*/ 36 h 39"/>
                <a:gd name="T16" fmla="*/ 26 w 123"/>
                <a:gd name="T17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3" h="39">
                  <a:moveTo>
                    <a:pt x="26" y="21"/>
                  </a:moveTo>
                  <a:cubicBezTo>
                    <a:pt x="11" y="17"/>
                    <a:pt x="0" y="11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"/>
                    <a:pt x="15" y="0"/>
                    <a:pt x="30" y="3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111" y="22"/>
                    <a:pt x="123" y="28"/>
                    <a:pt x="122" y="33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1" y="38"/>
                    <a:pt x="107" y="39"/>
                    <a:pt x="92" y="36"/>
                  </a:cubicBezTo>
                  <a:lnTo>
                    <a:pt x="26" y="21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0" name="îṣlïḍé">
              <a:extLst>
                <a:ext uri="{FF2B5EF4-FFF2-40B4-BE49-F238E27FC236}">
                  <a16:creationId xmlns:a16="http://schemas.microsoft.com/office/drawing/2014/main" id="{FFF7E0CF-8246-4B8A-96C8-6EF896B961AB}"/>
                </a:ext>
              </a:extLst>
            </p:cNvPr>
            <p:cNvSpPr/>
            <p:nvPr userDrawn="1"/>
          </p:nvSpPr>
          <p:spPr bwMode="auto">
            <a:xfrm>
              <a:off x="8027988" y="2065338"/>
              <a:ext cx="279400" cy="403225"/>
            </a:xfrm>
            <a:custGeom>
              <a:avLst/>
              <a:gdLst>
                <a:gd name="T0" fmla="*/ 19 w 85"/>
                <a:gd name="T1" fmla="*/ 95 h 122"/>
                <a:gd name="T2" fmla="*/ 59 w 85"/>
                <a:gd name="T3" fmla="*/ 117 h 122"/>
                <a:gd name="T4" fmla="*/ 59 w 85"/>
                <a:gd name="T5" fmla="*/ 117 h 122"/>
                <a:gd name="T6" fmla="*/ 80 w 85"/>
                <a:gd name="T7" fmla="*/ 77 h 122"/>
                <a:gd name="T8" fmla="*/ 66 w 85"/>
                <a:gd name="T9" fmla="*/ 27 h 122"/>
                <a:gd name="T10" fmla="*/ 27 w 85"/>
                <a:gd name="T11" fmla="*/ 5 h 122"/>
                <a:gd name="T12" fmla="*/ 27 w 85"/>
                <a:gd name="T13" fmla="*/ 5 h 122"/>
                <a:gd name="T14" fmla="*/ 5 w 85"/>
                <a:gd name="T15" fmla="*/ 45 h 122"/>
                <a:gd name="T16" fmla="*/ 19 w 85"/>
                <a:gd name="T17" fmla="*/ 9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122">
                  <a:moveTo>
                    <a:pt x="19" y="95"/>
                  </a:moveTo>
                  <a:cubicBezTo>
                    <a:pt x="24" y="112"/>
                    <a:pt x="42" y="122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76" y="111"/>
                    <a:pt x="85" y="94"/>
                    <a:pt x="80" y="77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1" y="10"/>
                    <a:pt x="43" y="0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10" y="10"/>
                    <a:pt x="0" y="28"/>
                    <a:pt x="5" y="45"/>
                  </a:cubicBezTo>
                  <a:lnTo>
                    <a:pt x="19" y="95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1" name="iṥ1íḍè">
              <a:extLst>
                <a:ext uri="{FF2B5EF4-FFF2-40B4-BE49-F238E27FC236}">
                  <a16:creationId xmlns:a16="http://schemas.microsoft.com/office/drawing/2014/main" id="{DB5227BE-1FA3-4B07-A750-63C5C2515921}"/>
                </a:ext>
              </a:extLst>
            </p:cNvPr>
            <p:cNvSpPr/>
            <p:nvPr userDrawn="1"/>
          </p:nvSpPr>
          <p:spPr bwMode="auto">
            <a:xfrm>
              <a:off x="7869238" y="2289175"/>
              <a:ext cx="385763" cy="376238"/>
            </a:xfrm>
            <a:custGeom>
              <a:avLst/>
              <a:gdLst>
                <a:gd name="T0" fmla="*/ 12 w 117"/>
                <a:gd name="T1" fmla="*/ 60 h 114"/>
                <a:gd name="T2" fmla="*/ 11 w 117"/>
                <a:gd name="T3" fmla="*/ 102 h 114"/>
                <a:gd name="T4" fmla="*/ 11 w 117"/>
                <a:gd name="T5" fmla="*/ 102 h 114"/>
                <a:gd name="T6" fmla="*/ 53 w 117"/>
                <a:gd name="T7" fmla="*/ 103 h 114"/>
                <a:gd name="T8" fmla="*/ 105 w 117"/>
                <a:gd name="T9" fmla="*/ 54 h 114"/>
                <a:gd name="T10" fmla="*/ 106 w 117"/>
                <a:gd name="T11" fmla="*/ 12 h 114"/>
                <a:gd name="T12" fmla="*/ 106 w 117"/>
                <a:gd name="T13" fmla="*/ 12 h 114"/>
                <a:gd name="T14" fmla="*/ 64 w 117"/>
                <a:gd name="T15" fmla="*/ 11 h 114"/>
                <a:gd name="T16" fmla="*/ 12 w 117"/>
                <a:gd name="T17" fmla="*/ 6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4">
                  <a:moveTo>
                    <a:pt x="12" y="60"/>
                  </a:moveTo>
                  <a:cubicBezTo>
                    <a:pt x="0" y="71"/>
                    <a:pt x="0" y="90"/>
                    <a:pt x="11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22" y="113"/>
                    <a:pt x="41" y="114"/>
                    <a:pt x="53" y="103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17" y="43"/>
                    <a:pt x="117" y="24"/>
                    <a:pt x="106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95" y="1"/>
                    <a:pt x="76" y="0"/>
                    <a:pt x="64" y="11"/>
                  </a:cubicBezTo>
                  <a:lnTo>
                    <a:pt x="12" y="60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2" name="íṥ1ïḋè">
              <a:extLst>
                <a:ext uri="{FF2B5EF4-FFF2-40B4-BE49-F238E27FC236}">
                  <a16:creationId xmlns:a16="http://schemas.microsoft.com/office/drawing/2014/main" id="{13604EED-C2CF-4DD8-9FA0-9C3F89B9DF19}"/>
                </a:ext>
              </a:extLst>
            </p:cNvPr>
            <p:cNvSpPr/>
            <p:nvPr userDrawn="1"/>
          </p:nvSpPr>
          <p:spPr bwMode="auto">
            <a:xfrm>
              <a:off x="8070851" y="2286000"/>
              <a:ext cx="223838" cy="131763"/>
            </a:xfrm>
            <a:custGeom>
              <a:avLst/>
              <a:gdLst>
                <a:gd name="T0" fmla="*/ 61 w 68"/>
                <a:gd name="T1" fmla="*/ 40 h 40"/>
                <a:gd name="T2" fmla="*/ 0 w 68"/>
                <a:gd name="T3" fmla="*/ 16 h 40"/>
                <a:gd name="T4" fmla="*/ 1 w 68"/>
                <a:gd name="T5" fmla="*/ 9 h 40"/>
                <a:gd name="T6" fmla="*/ 68 w 68"/>
                <a:gd name="T7" fmla="*/ 28 h 40"/>
                <a:gd name="T8" fmla="*/ 61 w 68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0">
                  <a:moveTo>
                    <a:pt x="61" y="40"/>
                  </a:moveTo>
                  <a:cubicBezTo>
                    <a:pt x="54" y="17"/>
                    <a:pt x="1" y="16"/>
                    <a:pt x="0" y="16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4" y="8"/>
                    <a:pt x="57" y="0"/>
                    <a:pt x="68" y="28"/>
                  </a:cubicBezTo>
                  <a:lnTo>
                    <a:pt x="61" y="40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3" name="išliḍé">
              <a:extLst>
                <a:ext uri="{FF2B5EF4-FFF2-40B4-BE49-F238E27FC236}">
                  <a16:creationId xmlns:a16="http://schemas.microsoft.com/office/drawing/2014/main" id="{37BCEAA2-F4D6-4DDB-B799-0810BD133C4E}"/>
                </a:ext>
              </a:extLst>
            </p:cNvPr>
            <p:cNvSpPr/>
            <p:nvPr userDrawn="1"/>
          </p:nvSpPr>
          <p:spPr bwMode="auto">
            <a:xfrm>
              <a:off x="7677151" y="2506663"/>
              <a:ext cx="217488" cy="277813"/>
            </a:xfrm>
            <a:custGeom>
              <a:avLst/>
              <a:gdLst>
                <a:gd name="T0" fmla="*/ 56 w 66"/>
                <a:gd name="T1" fmla="*/ 84 h 84"/>
                <a:gd name="T2" fmla="*/ 36 w 66"/>
                <a:gd name="T3" fmla="*/ 28 h 84"/>
                <a:gd name="T4" fmla="*/ 0 w 66"/>
                <a:gd name="T5" fmla="*/ 20 h 84"/>
                <a:gd name="T6" fmla="*/ 5 w 66"/>
                <a:gd name="T7" fmla="*/ 8 h 84"/>
                <a:gd name="T8" fmla="*/ 46 w 66"/>
                <a:gd name="T9" fmla="*/ 17 h 84"/>
                <a:gd name="T10" fmla="*/ 66 w 66"/>
                <a:gd name="T11" fmla="*/ 81 h 84"/>
                <a:gd name="T12" fmla="*/ 56 w 66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84">
                  <a:moveTo>
                    <a:pt x="56" y="84"/>
                  </a:moveTo>
                  <a:cubicBezTo>
                    <a:pt x="56" y="62"/>
                    <a:pt x="47" y="38"/>
                    <a:pt x="36" y="28"/>
                  </a:cubicBezTo>
                  <a:cubicBezTo>
                    <a:pt x="22" y="15"/>
                    <a:pt x="0" y="20"/>
                    <a:pt x="0" y="2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27" y="0"/>
                    <a:pt x="46" y="17"/>
                  </a:cubicBezTo>
                  <a:cubicBezTo>
                    <a:pt x="60" y="30"/>
                    <a:pt x="66" y="54"/>
                    <a:pt x="66" y="81"/>
                  </a:cubicBezTo>
                  <a:lnTo>
                    <a:pt x="56" y="84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4" name="iSľiḋè">
              <a:extLst>
                <a:ext uri="{FF2B5EF4-FFF2-40B4-BE49-F238E27FC236}">
                  <a16:creationId xmlns:a16="http://schemas.microsoft.com/office/drawing/2014/main" id="{028896E5-D8DA-43A2-8E8F-6978D6728D26}"/>
                </a:ext>
              </a:extLst>
            </p:cNvPr>
            <p:cNvSpPr/>
            <p:nvPr userDrawn="1"/>
          </p:nvSpPr>
          <p:spPr bwMode="auto">
            <a:xfrm>
              <a:off x="6059488" y="3100388"/>
              <a:ext cx="96838" cy="100013"/>
            </a:xfrm>
            <a:custGeom>
              <a:avLst/>
              <a:gdLst>
                <a:gd name="T0" fmla="*/ 27 w 29"/>
                <a:gd name="T1" fmla="*/ 22 h 30"/>
                <a:gd name="T2" fmla="*/ 22 w 29"/>
                <a:gd name="T3" fmla="*/ 15 h 30"/>
                <a:gd name="T4" fmla="*/ 28 w 29"/>
                <a:gd name="T5" fmla="*/ 6 h 30"/>
                <a:gd name="T6" fmla="*/ 17 w 29"/>
                <a:gd name="T7" fmla="*/ 9 h 30"/>
                <a:gd name="T8" fmla="*/ 12 w 29"/>
                <a:gd name="T9" fmla="*/ 2 h 30"/>
                <a:gd name="T10" fmla="*/ 10 w 29"/>
                <a:gd name="T11" fmla="*/ 2 h 30"/>
                <a:gd name="T12" fmla="*/ 10 w 29"/>
                <a:gd name="T13" fmla="*/ 11 h 30"/>
                <a:gd name="T14" fmla="*/ 2 w 29"/>
                <a:gd name="T15" fmla="*/ 15 h 30"/>
                <a:gd name="T16" fmla="*/ 2 w 29"/>
                <a:gd name="T17" fmla="*/ 17 h 30"/>
                <a:gd name="T18" fmla="*/ 11 w 29"/>
                <a:gd name="T19" fmla="*/ 19 h 30"/>
                <a:gd name="T20" fmla="*/ 10 w 29"/>
                <a:gd name="T21" fmla="*/ 28 h 30"/>
                <a:gd name="T22" fmla="*/ 12 w 29"/>
                <a:gd name="T23" fmla="*/ 29 h 30"/>
                <a:gd name="T24" fmla="*/ 18 w 29"/>
                <a:gd name="T25" fmla="*/ 22 h 30"/>
                <a:gd name="T26" fmla="*/ 27 w 29"/>
                <a:gd name="T27" fmla="*/ 25 h 30"/>
                <a:gd name="T28" fmla="*/ 27 w 29"/>
                <a:gd name="T29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0">
                  <a:moveTo>
                    <a:pt x="27" y="22"/>
                  </a:move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8" y="7"/>
                    <a:pt x="28" y="6"/>
                  </a:cubicBezTo>
                  <a:cubicBezTo>
                    <a:pt x="27" y="5"/>
                    <a:pt x="17" y="9"/>
                    <a:pt x="17" y="9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0" y="0"/>
                    <a:pt x="10" y="2"/>
                  </a:cubicBezTo>
                  <a:cubicBezTo>
                    <a:pt x="9" y="4"/>
                    <a:pt x="10" y="11"/>
                    <a:pt x="10" y="11"/>
                  </a:cubicBezTo>
                  <a:cubicBezTo>
                    <a:pt x="10" y="11"/>
                    <a:pt x="3" y="14"/>
                    <a:pt x="2" y="15"/>
                  </a:cubicBezTo>
                  <a:cubicBezTo>
                    <a:pt x="1" y="15"/>
                    <a:pt x="0" y="16"/>
                    <a:pt x="2" y="17"/>
                  </a:cubicBezTo>
                  <a:cubicBezTo>
                    <a:pt x="4" y="18"/>
                    <a:pt x="10" y="19"/>
                    <a:pt x="11" y="19"/>
                  </a:cubicBezTo>
                  <a:cubicBezTo>
                    <a:pt x="11" y="20"/>
                    <a:pt x="10" y="25"/>
                    <a:pt x="10" y="28"/>
                  </a:cubicBezTo>
                  <a:cubicBezTo>
                    <a:pt x="10" y="30"/>
                    <a:pt x="12" y="30"/>
                    <a:pt x="12" y="29"/>
                  </a:cubicBezTo>
                  <a:cubicBezTo>
                    <a:pt x="13" y="28"/>
                    <a:pt x="18" y="22"/>
                    <a:pt x="18" y="22"/>
                  </a:cubicBezTo>
                  <a:cubicBezTo>
                    <a:pt x="18" y="22"/>
                    <a:pt x="25" y="25"/>
                    <a:pt x="27" y="25"/>
                  </a:cubicBezTo>
                  <a:cubicBezTo>
                    <a:pt x="29" y="24"/>
                    <a:pt x="27" y="22"/>
                    <a:pt x="27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5" name="ïṧḻiďé">
              <a:extLst>
                <a:ext uri="{FF2B5EF4-FFF2-40B4-BE49-F238E27FC236}">
                  <a16:creationId xmlns:a16="http://schemas.microsoft.com/office/drawing/2014/main" id="{EFAE04BB-DFAD-4D77-B20D-A18CB41566E0}"/>
                </a:ext>
              </a:extLst>
            </p:cNvPr>
            <p:cNvSpPr/>
            <p:nvPr userDrawn="1"/>
          </p:nvSpPr>
          <p:spPr bwMode="auto">
            <a:xfrm>
              <a:off x="7505701" y="4683125"/>
              <a:ext cx="52388" cy="52388"/>
            </a:xfrm>
            <a:custGeom>
              <a:avLst/>
              <a:gdLst>
                <a:gd name="T0" fmla="*/ 15 w 16"/>
                <a:gd name="T1" fmla="*/ 13 h 16"/>
                <a:gd name="T2" fmla="*/ 12 w 16"/>
                <a:gd name="T3" fmla="*/ 9 h 16"/>
                <a:gd name="T4" fmla="*/ 15 w 16"/>
                <a:gd name="T5" fmla="*/ 4 h 16"/>
                <a:gd name="T6" fmla="*/ 9 w 16"/>
                <a:gd name="T7" fmla="*/ 5 h 16"/>
                <a:gd name="T8" fmla="*/ 6 w 16"/>
                <a:gd name="T9" fmla="*/ 1 h 16"/>
                <a:gd name="T10" fmla="*/ 5 w 16"/>
                <a:gd name="T11" fmla="*/ 1 h 16"/>
                <a:gd name="T12" fmla="*/ 5 w 16"/>
                <a:gd name="T13" fmla="*/ 6 h 16"/>
                <a:gd name="T14" fmla="*/ 1 w 16"/>
                <a:gd name="T15" fmla="*/ 8 h 16"/>
                <a:gd name="T16" fmla="*/ 1 w 16"/>
                <a:gd name="T17" fmla="*/ 9 h 16"/>
                <a:gd name="T18" fmla="*/ 6 w 16"/>
                <a:gd name="T19" fmla="*/ 10 h 16"/>
                <a:gd name="T20" fmla="*/ 6 w 16"/>
                <a:gd name="T21" fmla="*/ 15 h 16"/>
                <a:gd name="T22" fmla="*/ 7 w 16"/>
                <a:gd name="T23" fmla="*/ 16 h 16"/>
                <a:gd name="T24" fmla="*/ 10 w 16"/>
                <a:gd name="T25" fmla="*/ 12 h 16"/>
                <a:gd name="T26" fmla="*/ 15 w 16"/>
                <a:gd name="T27" fmla="*/ 14 h 16"/>
                <a:gd name="T28" fmla="*/ 15 w 16"/>
                <a:gd name="T2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5" y="13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5" y="4"/>
                    <a:pt x="15" y="4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5" y="1"/>
                  </a:cubicBezTo>
                  <a:cubicBezTo>
                    <a:pt x="5" y="2"/>
                    <a:pt x="5" y="6"/>
                    <a:pt x="5" y="6"/>
                  </a:cubicBezTo>
                  <a:cubicBezTo>
                    <a:pt x="5" y="6"/>
                    <a:pt x="1" y="8"/>
                    <a:pt x="1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2" y="10"/>
                    <a:pt x="5" y="10"/>
                    <a:pt x="6" y="10"/>
                  </a:cubicBezTo>
                  <a:cubicBezTo>
                    <a:pt x="6" y="11"/>
                    <a:pt x="6" y="14"/>
                    <a:pt x="6" y="15"/>
                  </a:cubicBezTo>
                  <a:cubicBezTo>
                    <a:pt x="6" y="16"/>
                    <a:pt x="7" y="16"/>
                    <a:pt x="7" y="16"/>
                  </a:cubicBezTo>
                  <a:cubicBezTo>
                    <a:pt x="7" y="16"/>
                    <a:pt x="10" y="12"/>
                    <a:pt x="10" y="12"/>
                  </a:cubicBezTo>
                  <a:cubicBezTo>
                    <a:pt x="10" y="12"/>
                    <a:pt x="14" y="14"/>
                    <a:pt x="15" y="14"/>
                  </a:cubicBezTo>
                  <a:cubicBezTo>
                    <a:pt x="16" y="14"/>
                    <a:pt x="15" y="13"/>
                    <a:pt x="15" y="13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6" name="îśḷiḋe">
              <a:extLst>
                <a:ext uri="{FF2B5EF4-FFF2-40B4-BE49-F238E27FC236}">
                  <a16:creationId xmlns:a16="http://schemas.microsoft.com/office/drawing/2014/main" id="{89A4D249-F87E-4D71-8E6A-08ABDF691FBE}"/>
                </a:ext>
              </a:extLst>
            </p:cNvPr>
            <p:cNvSpPr/>
            <p:nvPr userDrawn="1"/>
          </p:nvSpPr>
          <p:spPr bwMode="auto">
            <a:xfrm>
              <a:off x="8116888" y="3140075"/>
              <a:ext cx="71438" cy="76200"/>
            </a:xfrm>
            <a:custGeom>
              <a:avLst/>
              <a:gdLst>
                <a:gd name="T0" fmla="*/ 21 w 22"/>
                <a:gd name="T1" fmla="*/ 18 h 23"/>
                <a:gd name="T2" fmla="*/ 17 w 22"/>
                <a:gd name="T3" fmla="*/ 12 h 23"/>
                <a:gd name="T4" fmla="*/ 21 w 22"/>
                <a:gd name="T5" fmla="*/ 5 h 23"/>
                <a:gd name="T6" fmla="*/ 13 w 22"/>
                <a:gd name="T7" fmla="*/ 7 h 23"/>
                <a:gd name="T8" fmla="*/ 9 w 22"/>
                <a:gd name="T9" fmla="*/ 2 h 23"/>
                <a:gd name="T10" fmla="*/ 7 w 22"/>
                <a:gd name="T11" fmla="*/ 2 h 23"/>
                <a:gd name="T12" fmla="*/ 8 w 22"/>
                <a:gd name="T13" fmla="*/ 9 h 23"/>
                <a:gd name="T14" fmla="*/ 1 w 22"/>
                <a:gd name="T15" fmla="*/ 11 h 23"/>
                <a:gd name="T16" fmla="*/ 2 w 22"/>
                <a:gd name="T17" fmla="*/ 13 h 23"/>
                <a:gd name="T18" fmla="*/ 8 w 22"/>
                <a:gd name="T19" fmla="*/ 15 h 23"/>
                <a:gd name="T20" fmla="*/ 8 w 22"/>
                <a:gd name="T21" fmla="*/ 22 h 23"/>
                <a:gd name="T22" fmla="*/ 10 w 22"/>
                <a:gd name="T23" fmla="*/ 23 h 23"/>
                <a:gd name="T24" fmla="*/ 14 w 22"/>
                <a:gd name="T25" fmla="*/ 17 h 23"/>
                <a:gd name="T26" fmla="*/ 21 w 22"/>
                <a:gd name="T27" fmla="*/ 20 h 23"/>
                <a:gd name="T28" fmla="*/ 21 w 22"/>
                <a:gd name="T29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23">
                  <a:moveTo>
                    <a:pt x="21" y="18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21" y="6"/>
                    <a:pt x="21" y="5"/>
                  </a:cubicBezTo>
                  <a:cubicBezTo>
                    <a:pt x="20" y="4"/>
                    <a:pt x="13" y="7"/>
                    <a:pt x="13" y="7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7" y="0"/>
                    <a:pt x="7" y="2"/>
                  </a:cubicBezTo>
                  <a:cubicBezTo>
                    <a:pt x="6" y="3"/>
                    <a:pt x="8" y="9"/>
                    <a:pt x="8" y="9"/>
                  </a:cubicBezTo>
                  <a:cubicBezTo>
                    <a:pt x="8" y="9"/>
                    <a:pt x="2" y="11"/>
                    <a:pt x="1" y="11"/>
                  </a:cubicBezTo>
                  <a:cubicBezTo>
                    <a:pt x="0" y="12"/>
                    <a:pt x="0" y="12"/>
                    <a:pt x="2" y="13"/>
                  </a:cubicBezTo>
                  <a:cubicBezTo>
                    <a:pt x="3" y="13"/>
                    <a:pt x="7" y="15"/>
                    <a:pt x="8" y="15"/>
                  </a:cubicBezTo>
                  <a:cubicBezTo>
                    <a:pt x="8" y="16"/>
                    <a:pt x="8" y="20"/>
                    <a:pt x="8" y="22"/>
                  </a:cubicBezTo>
                  <a:cubicBezTo>
                    <a:pt x="8" y="23"/>
                    <a:pt x="9" y="23"/>
                    <a:pt x="10" y="23"/>
                  </a:cubicBezTo>
                  <a:cubicBezTo>
                    <a:pt x="10" y="22"/>
                    <a:pt x="14" y="17"/>
                    <a:pt x="14" y="17"/>
                  </a:cubicBezTo>
                  <a:cubicBezTo>
                    <a:pt x="14" y="17"/>
                    <a:pt x="19" y="20"/>
                    <a:pt x="21" y="20"/>
                  </a:cubicBezTo>
                  <a:cubicBezTo>
                    <a:pt x="22" y="20"/>
                    <a:pt x="21" y="18"/>
                    <a:pt x="21" y="18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7" name="íšľíḑê">
              <a:extLst>
                <a:ext uri="{FF2B5EF4-FFF2-40B4-BE49-F238E27FC236}">
                  <a16:creationId xmlns:a16="http://schemas.microsoft.com/office/drawing/2014/main" id="{7F015768-0F92-47F8-9D82-EDA0341B53E8}"/>
                </a:ext>
              </a:extLst>
            </p:cNvPr>
            <p:cNvSpPr/>
            <p:nvPr userDrawn="1"/>
          </p:nvSpPr>
          <p:spPr bwMode="auto">
            <a:xfrm>
              <a:off x="6713538" y="2932113"/>
              <a:ext cx="52388" cy="53975"/>
            </a:xfrm>
            <a:custGeom>
              <a:avLst/>
              <a:gdLst>
                <a:gd name="T0" fmla="*/ 15 w 16"/>
                <a:gd name="T1" fmla="*/ 12 h 16"/>
                <a:gd name="T2" fmla="*/ 12 w 16"/>
                <a:gd name="T3" fmla="*/ 8 h 16"/>
                <a:gd name="T4" fmla="*/ 15 w 16"/>
                <a:gd name="T5" fmla="*/ 3 h 16"/>
                <a:gd name="T6" fmla="*/ 9 w 16"/>
                <a:gd name="T7" fmla="*/ 4 h 16"/>
                <a:gd name="T8" fmla="*/ 6 w 16"/>
                <a:gd name="T9" fmla="*/ 1 h 16"/>
                <a:gd name="T10" fmla="*/ 5 w 16"/>
                <a:gd name="T11" fmla="*/ 1 h 16"/>
                <a:gd name="T12" fmla="*/ 6 w 16"/>
                <a:gd name="T13" fmla="*/ 6 h 16"/>
                <a:gd name="T14" fmla="*/ 1 w 16"/>
                <a:gd name="T15" fmla="*/ 7 h 16"/>
                <a:gd name="T16" fmla="*/ 1 w 16"/>
                <a:gd name="T17" fmla="*/ 9 h 16"/>
                <a:gd name="T18" fmla="*/ 6 w 16"/>
                <a:gd name="T19" fmla="*/ 10 h 16"/>
                <a:gd name="T20" fmla="*/ 6 w 16"/>
                <a:gd name="T21" fmla="*/ 15 h 16"/>
                <a:gd name="T22" fmla="*/ 7 w 16"/>
                <a:gd name="T23" fmla="*/ 15 h 16"/>
                <a:gd name="T24" fmla="*/ 10 w 16"/>
                <a:gd name="T25" fmla="*/ 11 h 16"/>
                <a:gd name="T26" fmla="*/ 15 w 16"/>
                <a:gd name="T27" fmla="*/ 13 h 16"/>
                <a:gd name="T28" fmla="*/ 15 w 16"/>
                <a:gd name="T2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5" y="12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5" y="4"/>
                    <a:pt x="15" y="3"/>
                  </a:cubicBezTo>
                  <a:cubicBezTo>
                    <a:pt x="14" y="3"/>
                    <a:pt x="9" y="4"/>
                    <a:pt x="9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5" y="1"/>
                  </a:cubicBezTo>
                  <a:cubicBezTo>
                    <a:pt x="5" y="1"/>
                    <a:pt x="6" y="6"/>
                    <a:pt x="6" y="6"/>
                  </a:cubicBezTo>
                  <a:cubicBezTo>
                    <a:pt x="6" y="6"/>
                    <a:pt x="2" y="7"/>
                    <a:pt x="1" y="7"/>
                  </a:cubicBezTo>
                  <a:cubicBezTo>
                    <a:pt x="1" y="8"/>
                    <a:pt x="0" y="8"/>
                    <a:pt x="1" y="9"/>
                  </a:cubicBezTo>
                  <a:cubicBezTo>
                    <a:pt x="3" y="9"/>
                    <a:pt x="6" y="10"/>
                    <a:pt x="6" y="10"/>
                  </a:cubicBezTo>
                  <a:cubicBezTo>
                    <a:pt x="6" y="10"/>
                    <a:pt x="6" y="13"/>
                    <a:pt x="6" y="15"/>
                  </a:cubicBezTo>
                  <a:cubicBezTo>
                    <a:pt x="6" y="16"/>
                    <a:pt x="7" y="16"/>
                    <a:pt x="7" y="15"/>
                  </a:cubicBezTo>
                  <a:cubicBezTo>
                    <a:pt x="8" y="15"/>
                    <a:pt x="10" y="11"/>
                    <a:pt x="10" y="11"/>
                  </a:cubicBezTo>
                  <a:cubicBezTo>
                    <a:pt x="10" y="11"/>
                    <a:pt x="14" y="13"/>
                    <a:pt x="15" y="13"/>
                  </a:cubicBezTo>
                  <a:cubicBezTo>
                    <a:pt x="16" y="13"/>
                    <a:pt x="15" y="12"/>
                    <a:pt x="15" y="1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8" name="iṣḷiḓe">
              <a:extLst>
                <a:ext uri="{FF2B5EF4-FFF2-40B4-BE49-F238E27FC236}">
                  <a16:creationId xmlns:a16="http://schemas.microsoft.com/office/drawing/2014/main" id="{8C7D1FD4-80F9-4FC8-8BC9-8AFB929120A0}"/>
                </a:ext>
              </a:extLst>
            </p:cNvPr>
            <p:cNvSpPr/>
            <p:nvPr userDrawn="1"/>
          </p:nvSpPr>
          <p:spPr bwMode="auto">
            <a:xfrm>
              <a:off x="5407026" y="2511425"/>
              <a:ext cx="49213" cy="52388"/>
            </a:xfrm>
            <a:custGeom>
              <a:avLst/>
              <a:gdLst>
                <a:gd name="T0" fmla="*/ 14 w 15"/>
                <a:gd name="T1" fmla="*/ 12 h 16"/>
                <a:gd name="T2" fmla="*/ 12 w 15"/>
                <a:gd name="T3" fmla="*/ 8 h 16"/>
                <a:gd name="T4" fmla="*/ 14 w 15"/>
                <a:gd name="T5" fmla="*/ 3 h 16"/>
                <a:gd name="T6" fmla="*/ 9 w 15"/>
                <a:gd name="T7" fmla="*/ 5 h 16"/>
                <a:gd name="T8" fmla="*/ 6 w 15"/>
                <a:gd name="T9" fmla="*/ 1 h 16"/>
                <a:gd name="T10" fmla="*/ 4 w 15"/>
                <a:gd name="T11" fmla="*/ 1 h 16"/>
                <a:gd name="T12" fmla="*/ 5 w 15"/>
                <a:gd name="T13" fmla="*/ 6 h 16"/>
                <a:gd name="T14" fmla="*/ 0 w 15"/>
                <a:gd name="T15" fmla="*/ 8 h 16"/>
                <a:gd name="T16" fmla="*/ 1 w 15"/>
                <a:gd name="T17" fmla="*/ 9 h 16"/>
                <a:gd name="T18" fmla="*/ 5 w 15"/>
                <a:gd name="T19" fmla="*/ 10 h 16"/>
                <a:gd name="T20" fmla="*/ 6 w 15"/>
                <a:gd name="T21" fmla="*/ 15 h 16"/>
                <a:gd name="T22" fmla="*/ 7 w 15"/>
                <a:gd name="T23" fmla="*/ 16 h 16"/>
                <a:gd name="T24" fmla="*/ 10 w 15"/>
                <a:gd name="T25" fmla="*/ 12 h 16"/>
                <a:gd name="T26" fmla="*/ 14 w 15"/>
                <a:gd name="T27" fmla="*/ 14 h 16"/>
                <a:gd name="T28" fmla="*/ 14 w 15"/>
                <a:gd name="T2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14" y="12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5" y="4"/>
                    <a:pt x="14" y="3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1"/>
                  </a:cubicBezTo>
                  <a:cubicBezTo>
                    <a:pt x="4" y="2"/>
                    <a:pt x="5" y="6"/>
                    <a:pt x="5" y="6"/>
                  </a:cubicBezTo>
                  <a:cubicBezTo>
                    <a:pt x="5" y="6"/>
                    <a:pt x="1" y="7"/>
                    <a:pt x="0" y="8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2" y="9"/>
                    <a:pt x="5" y="10"/>
                    <a:pt x="5" y="10"/>
                  </a:cubicBezTo>
                  <a:cubicBezTo>
                    <a:pt x="5" y="11"/>
                    <a:pt x="5" y="14"/>
                    <a:pt x="6" y="15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5"/>
                    <a:pt x="10" y="12"/>
                    <a:pt x="10" y="12"/>
                  </a:cubicBezTo>
                  <a:cubicBezTo>
                    <a:pt x="10" y="12"/>
                    <a:pt x="13" y="14"/>
                    <a:pt x="14" y="14"/>
                  </a:cubicBezTo>
                  <a:cubicBezTo>
                    <a:pt x="15" y="13"/>
                    <a:pt x="14" y="12"/>
                    <a:pt x="14" y="1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9" name="íṡlîḓè">
              <a:extLst>
                <a:ext uri="{FF2B5EF4-FFF2-40B4-BE49-F238E27FC236}">
                  <a16:creationId xmlns:a16="http://schemas.microsoft.com/office/drawing/2014/main" id="{324F7565-7ADB-477D-B235-ECAFA6E16073}"/>
                </a:ext>
              </a:extLst>
            </p:cNvPr>
            <p:cNvSpPr/>
            <p:nvPr userDrawn="1"/>
          </p:nvSpPr>
          <p:spPr bwMode="auto">
            <a:xfrm>
              <a:off x="5594351" y="3889375"/>
              <a:ext cx="49213" cy="52388"/>
            </a:xfrm>
            <a:custGeom>
              <a:avLst/>
              <a:gdLst>
                <a:gd name="T0" fmla="*/ 14 w 15"/>
                <a:gd name="T1" fmla="*/ 13 h 16"/>
                <a:gd name="T2" fmla="*/ 12 w 15"/>
                <a:gd name="T3" fmla="*/ 9 h 16"/>
                <a:gd name="T4" fmla="*/ 14 w 15"/>
                <a:gd name="T5" fmla="*/ 4 h 16"/>
                <a:gd name="T6" fmla="*/ 9 w 15"/>
                <a:gd name="T7" fmla="*/ 5 h 16"/>
                <a:gd name="T8" fmla="*/ 6 w 15"/>
                <a:gd name="T9" fmla="*/ 1 h 16"/>
                <a:gd name="T10" fmla="*/ 4 w 15"/>
                <a:gd name="T11" fmla="*/ 1 h 16"/>
                <a:gd name="T12" fmla="*/ 5 w 15"/>
                <a:gd name="T13" fmla="*/ 6 h 16"/>
                <a:gd name="T14" fmla="*/ 0 w 15"/>
                <a:gd name="T15" fmla="*/ 8 h 16"/>
                <a:gd name="T16" fmla="*/ 1 w 15"/>
                <a:gd name="T17" fmla="*/ 9 h 16"/>
                <a:gd name="T18" fmla="*/ 5 w 15"/>
                <a:gd name="T19" fmla="*/ 11 h 16"/>
                <a:gd name="T20" fmla="*/ 5 w 15"/>
                <a:gd name="T21" fmla="*/ 15 h 16"/>
                <a:gd name="T22" fmla="*/ 7 w 15"/>
                <a:gd name="T23" fmla="*/ 16 h 16"/>
                <a:gd name="T24" fmla="*/ 9 w 15"/>
                <a:gd name="T25" fmla="*/ 12 h 16"/>
                <a:gd name="T26" fmla="*/ 14 w 15"/>
                <a:gd name="T27" fmla="*/ 14 h 16"/>
                <a:gd name="T28" fmla="*/ 14 w 15"/>
                <a:gd name="T2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14" y="13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5" y="4"/>
                    <a:pt x="14" y="4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1"/>
                  </a:cubicBezTo>
                  <a:cubicBezTo>
                    <a:pt x="4" y="2"/>
                    <a:pt x="5" y="6"/>
                    <a:pt x="5" y="6"/>
                  </a:cubicBezTo>
                  <a:cubicBezTo>
                    <a:pt x="5" y="6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2" y="10"/>
                    <a:pt x="5" y="10"/>
                    <a:pt x="5" y="11"/>
                  </a:cubicBezTo>
                  <a:cubicBezTo>
                    <a:pt x="5" y="11"/>
                    <a:pt x="5" y="14"/>
                    <a:pt x="5" y="15"/>
                  </a:cubicBezTo>
                  <a:cubicBezTo>
                    <a:pt x="5" y="16"/>
                    <a:pt x="6" y="16"/>
                    <a:pt x="7" y="16"/>
                  </a:cubicBezTo>
                  <a:cubicBezTo>
                    <a:pt x="7" y="16"/>
                    <a:pt x="9" y="12"/>
                    <a:pt x="9" y="12"/>
                  </a:cubicBezTo>
                  <a:cubicBezTo>
                    <a:pt x="9" y="12"/>
                    <a:pt x="13" y="14"/>
                    <a:pt x="14" y="14"/>
                  </a:cubicBezTo>
                  <a:cubicBezTo>
                    <a:pt x="15" y="14"/>
                    <a:pt x="14" y="13"/>
                    <a:pt x="14" y="13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0" name="íSlîḍé">
              <a:extLst>
                <a:ext uri="{FF2B5EF4-FFF2-40B4-BE49-F238E27FC236}">
                  <a16:creationId xmlns:a16="http://schemas.microsoft.com/office/drawing/2014/main" id="{DEDCCA72-CB59-4B44-9D6F-2DE335DD917C}"/>
                </a:ext>
              </a:extLst>
            </p:cNvPr>
            <p:cNvSpPr/>
            <p:nvPr userDrawn="1"/>
          </p:nvSpPr>
          <p:spPr bwMode="auto">
            <a:xfrm>
              <a:off x="7037388" y="2619375"/>
              <a:ext cx="92075" cy="98425"/>
            </a:xfrm>
            <a:custGeom>
              <a:avLst/>
              <a:gdLst>
                <a:gd name="T0" fmla="*/ 27 w 28"/>
                <a:gd name="T1" fmla="*/ 22 h 30"/>
                <a:gd name="T2" fmla="*/ 22 w 28"/>
                <a:gd name="T3" fmla="*/ 15 h 30"/>
                <a:gd name="T4" fmla="*/ 27 w 28"/>
                <a:gd name="T5" fmla="*/ 6 h 30"/>
                <a:gd name="T6" fmla="*/ 17 w 28"/>
                <a:gd name="T7" fmla="*/ 9 h 30"/>
                <a:gd name="T8" fmla="*/ 12 w 28"/>
                <a:gd name="T9" fmla="*/ 2 h 30"/>
                <a:gd name="T10" fmla="*/ 9 w 28"/>
                <a:gd name="T11" fmla="*/ 2 h 30"/>
                <a:gd name="T12" fmla="*/ 10 w 28"/>
                <a:gd name="T13" fmla="*/ 11 h 30"/>
                <a:gd name="T14" fmla="*/ 1 w 28"/>
                <a:gd name="T15" fmla="*/ 15 h 30"/>
                <a:gd name="T16" fmla="*/ 2 w 28"/>
                <a:gd name="T17" fmla="*/ 17 h 30"/>
                <a:gd name="T18" fmla="*/ 10 w 28"/>
                <a:gd name="T19" fmla="*/ 19 h 30"/>
                <a:gd name="T20" fmla="*/ 10 w 28"/>
                <a:gd name="T21" fmla="*/ 28 h 30"/>
                <a:gd name="T22" fmla="*/ 12 w 28"/>
                <a:gd name="T23" fmla="*/ 29 h 30"/>
                <a:gd name="T24" fmla="*/ 18 w 28"/>
                <a:gd name="T25" fmla="*/ 22 h 30"/>
                <a:gd name="T26" fmla="*/ 26 w 28"/>
                <a:gd name="T27" fmla="*/ 24 h 30"/>
                <a:gd name="T28" fmla="*/ 27 w 28"/>
                <a:gd name="T29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30">
                  <a:moveTo>
                    <a:pt x="27" y="22"/>
                  </a:move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8" y="7"/>
                    <a:pt x="27" y="6"/>
                  </a:cubicBezTo>
                  <a:cubicBezTo>
                    <a:pt x="26" y="5"/>
                    <a:pt x="17" y="9"/>
                    <a:pt x="17" y="9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0" y="0"/>
                    <a:pt x="9" y="2"/>
                  </a:cubicBezTo>
                  <a:cubicBezTo>
                    <a:pt x="9" y="4"/>
                    <a:pt x="10" y="11"/>
                    <a:pt x="10" y="11"/>
                  </a:cubicBezTo>
                  <a:cubicBezTo>
                    <a:pt x="10" y="11"/>
                    <a:pt x="2" y="14"/>
                    <a:pt x="1" y="15"/>
                  </a:cubicBezTo>
                  <a:cubicBezTo>
                    <a:pt x="0" y="15"/>
                    <a:pt x="0" y="16"/>
                    <a:pt x="2" y="17"/>
                  </a:cubicBezTo>
                  <a:cubicBezTo>
                    <a:pt x="4" y="18"/>
                    <a:pt x="9" y="19"/>
                    <a:pt x="10" y="19"/>
                  </a:cubicBezTo>
                  <a:cubicBezTo>
                    <a:pt x="10" y="20"/>
                    <a:pt x="10" y="25"/>
                    <a:pt x="10" y="28"/>
                  </a:cubicBezTo>
                  <a:cubicBezTo>
                    <a:pt x="10" y="30"/>
                    <a:pt x="11" y="30"/>
                    <a:pt x="12" y="29"/>
                  </a:cubicBezTo>
                  <a:cubicBezTo>
                    <a:pt x="13" y="28"/>
                    <a:pt x="18" y="22"/>
                    <a:pt x="18" y="22"/>
                  </a:cubicBezTo>
                  <a:cubicBezTo>
                    <a:pt x="18" y="22"/>
                    <a:pt x="25" y="25"/>
                    <a:pt x="26" y="24"/>
                  </a:cubicBezTo>
                  <a:cubicBezTo>
                    <a:pt x="28" y="24"/>
                    <a:pt x="27" y="22"/>
                    <a:pt x="27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1" name="í$ḷîḋe">
              <a:extLst>
                <a:ext uri="{FF2B5EF4-FFF2-40B4-BE49-F238E27FC236}">
                  <a16:creationId xmlns:a16="http://schemas.microsoft.com/office/drawing/2014/main" id="{762BF63C-870F-46AD-BFD7-DF39F069A9BC}"/>
                </a:ext>
              </a:extLst>
            </p:cNvPr>
            <p:cNvSpPr/>
            <p:nvPr userDrawn="1"/>
          </p:nvSpPr>
          <p:spPr bwMode="auto">
            <a:xfrm>
              <a:off x="7410451" y="3417888"/>
              <a:ext cx="165100" cy="171450"/>
            </a:xfrm>
            <a:custGeom>
              <a:avLst/>
              <a:gdLst>
                <a:gd name="T0" fmla="*/ 47 w 50"/>
                <a:gd name="T1" fmla="*/ 38 h 52"/>
                <a:gd name="T2" fmla="*/ 39 w 50"/>
                <a:gd name="T3" fmla="*/ 26 h 52"/>
                <a:gd name="T4" fmla="*/ 48 w 50"/>
                <a:gd name="T5" fmla="*/ 10 h 52"/>
                <a:gd name="T6" fmla="*/ 30 w 50"/>
                <a:gd name="T7" fmla="*/ 15 h 52"/>
                <a:gd name="T8" fmla="*/ 21 w 50"/>
                <a:gd name="T9" fmla="*/ 3 h 52"/>
                <a:gd name="T10" fmla="*/ 16 w 50"/>
                <a:gd name="T11" fmla="*/ 3 h 52"/>
                <a:gd name="T12" fmla="*/ 17 w 50"/>
                <a:gd name="T13" fmla="*/ 19 h 52"/>
                <a:gd name="T14" fmla="*/ 2 w 50"/>
                <a:gd name="T15" fmla="*/ 26 h 52"/>
                <a:gd name="T16" fmla="*/ 3 w 50"/>
                <a:gd name="T17" fmla="*/ 29 h 52"/>
                <a:gd name="T18" fmla="*/ 18 w 50"/>
                <a:gd name="T19" fmla="*/ 33 h 52"/>
                <a:gd name="T20" fmla="*/ 17 w 50"/>
                <a:gd name="T21" fmla="*/ 49 h 52"/>
                <a:gd name="T22" fmla="*/ 21 w 50"/>
                <a:gd name="T23" fmla="*/ 50 h 52"/>
                <a:gd name="T24" fmla="*/ 31 w 50"/>
                <a:gd name="T25" fmla="*/ 37 h 52"/>
                <a:gd name="T26" fmla="*/ 46 w 50"/>
                <a:gd name="T27" fmla="*/ 42 h 52"/>
                <a:gd name="T28" fmla="*/ 47 w 50"/>
                <a:gd name="T29" fmla="*/ 3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52">
                  <a:moveTo>
                    <a:pt x="47" y="38"/>
                  </a:move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50" y="11"/>
                    <a:pt x="48" y="10"/>
                  </a:cubicBezTo>
                  <a:cubicBezTo>
                    <a:pt x="47" y="8"/>
                    <a:pt x="30" y="15"/>
                    <a:pt x="30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18" y="0"/>
                    <a:pt x="16" y="3"/>
                  </a:cubicBezTo>
                  <a:cubicBezTo>
                    <a:pt x="15" y="6"/>
                    <a:pt x="17" y="19"/>
                    <a:pt x="17" y="19"/>
                  </a:cubicBezTo>
                  <a:cubicBezTo>
                    <a:pt x="17" y="19"/>
                    <a:pt x="4" y="25"/>
                    <a:pt x="2" y="26"/>
                  </a:cubicBezTo>
                  <a:cubicBezTo>
                    <a:pt x="0" y="27"/>
                    <a:pt x="0" y="28"/>
                    <a:pt x="3" y="29"/>
                  </a:cubicBezTo>
                  <a:cubicBezTo>
                    <a:pt x="7" y="31"/>
                    <a:pt x="16" y="33"/>
                    <a:pt x="18" y="33"/>
                  </a:cubicBezTo>
                  <a:cubicBezTo>
                    <a:pt x="18" y="35"/>
                    <a:pt x="17" y="44"/>
                    <a:pt x="17" y="49"/>
                  </a:cubicBezTo>
                  <a:cubicBezTo>
                    <a:pt x="17" y="52"/>
                    <a:pt x="19" y="52"/>
                    <a:pt x="21" y="50"/>
                  </a:cubicBezTo>
                  <a:cubicBezTo>
                    <a:pt x="22" y="49"/>
                    <a:pt x="31" y="37"/>
                    <a:pt x="31" y="37"/>
                  </a:cubicBezTo>
                  <a:cubicBezTo>
                    <a:pt x="31" y="37"/>
                    <a:pt x="43" y="43"/>
                    <a:pt x="46" y="42"/>
                  </a:cubicBezTo>
                  <a:cubicBezTo>
                    <a:pt x="50" y="42"/>
                    <a:pt x="47" y="38"/>
                    <a:pt x="47" y="38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2" name="îSļiḓè">
              <a:extLst>
                <a:ext uri="{FF2B5EF4-FFF2-40B4-BE49-F238E27FC236}">
                  <a16:creationId xmlns:a16="http://schemas.microsoft.com/office/drawing/2014/main" id="{045E4A00-F3B8-44B5-B8CF-4EA450B0B4BF}"/>
                </a:ext>
              </a:extLst>
            </p:cNvPr>
            <p:cNvSpPr/>
            <p:nvPr userDrawn="1"/>
          </p:nvSpPr>
          <p:spPr bwMode="auto">
            <a:xfrm>
              <a:off x="6542088" y="2533650"/>
              <a:ext cx="112713" cy="115888"/>
            </a:xfrm>
            <a:custGeom>
              <a:avLst/>
              <a:gdLst>
                <a:gd name="T0" fmla="*/ 32 w 34"/>
                <a:gd name="T1" fmla="*/ 25 h 35"/>
                <a:gd name="T2" fmla="*/ 26 w 34"/>
                <a:gd name="T3" fmla="*/ 18 h 35"/>
                <a:gd name="T4" fmla="*/ 33 w 34"/>
                <a:gd name="T5" fmla="*/ 6 h 35"/>
                <a:gd name="T6" fmla="*/ 20 w 34"/>
                <a:gd name="T7" fmla="*/ 10 h 35"/>
                <a:gd name="T8" fmla="*/ 14 w 34"/>
                <a:gd name="T9" fmla="*/ 2 h 35"/>
                <a:gd name="T10" fmla="*/ 11 w 34"/>
                <a:gd name="T11" fmla="*/ 2 h 35"/>
                <a:gd name="T12" fmla="*/ 12 w 34"/>
                <a:gd name="T13" fmla="*/ 13 h 35"/>
                <a:gd name="T14" fmla="*/ 1 w 34"/>
                <a:gd name="T15" fmla="*/ 17 h 35"/>
                <a:gd name="T16" fmla="*/ 2 w 34"/>
                <a:gd name="T17" fmla="*/ 20 h 35"/>
                <a:gd name="T18" fmla="*/ 12 w 34"/>
                <a:gd name="T19" fmla="*/ 22 h 35"/>
                <a:gd name="T20" fmla="*/ 11 w 34"/>
                <a:gd name="T21" fmla="*/ 33 h 35"/>
                <a:gd name="T22" fmla="*/ 14 w 34"/>
                <a:gd name="T23" fmla="*/ 34 h 35"/>
                <a:gd name="T24" fmla="*/ 21 w 34"/>
                <a:gd name="T25" fmla="*/ 25 h 35"/>
                <a:gd name="T26" fmla="*/ 31 w 34"/>
                <a:gd name="T27" fmla="*/ 28 h 35"/>
                <a:gd name="T28" fmla="*/ 32 w 34"/>
                <a:gd name="T2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35">
                  <a:moveTo>
                    <a:pt x="32" y="25"/>
                  </a:move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34" y="8"/>
                    <a:pt x="33" y="6"/>
                  </a:cubicBezTo>
                  <a:cubicBezTo>
                    <a:pt x="32" y="5"/>
                    <a:pt x="20" y="10"/>
                    <a:pt x="20" y="1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2" y="0"/>
                    <a:pt x="11" y="2"/>
                  </a:cubicBezTo>
                  <a:cubicBezTo>
                    <a:pt x="10" y="4"/>
                    <a:pt x="12" y="13"/>
                    <a:pt x="12" y="13"/>
                  </a:cubicBezTo>
                  <a:cubicBezTo>
                    <a:pt x="12" y="13"/>
                    <a:pt x="2" y="17"/>
                    <a:pt x="1" y="17"/>
                  </a:cubicBezTo>
                  <a:cubicBezTo>
                    <a:pt x="0" y="18"/>
                    <a:pt x="0" y="19"/>
                    <a:pt x="2" y="20"/>
                  </a:cubicBezTo>
                  <a:cubicBezTo>
                    <a:pt x="5" y="21"/>
                    <a:pt x="11" y="22"/>
                    <a:pt x="12" y="22"/>
                  </a:cubicBezTo>
                  <a:cubicBezTo>
                    <a:pt x="12" y="23"/>
                    <a:pt x="11" y="30"/>
                    <a:pt x="11" y="33"/>
                  </a:cubicBezTo>
                  <a:cubicBezTo>
                    <a:pt x="11" y="35"/>
                    <a:pt x="13" y="35"/>
                    <a:pt x="14" y="34"/>
                  </a:cubicBezTo>
                  <a:cubicBezTo>
                    <a:pt x="15" y="33"/>
                    <a:pt x="21" y="25"/>
                    <a:pt x="21" y="25"/>
                  </a:cubicBezTo>
                  <a:cubicBezTo>
                    <a:pt x="21" y="25"/>
                    <a:pt x="29" y="29"/>
                    <a:pt x="31" y="28"/>
                  </a:cubicBezTo>
                  <a:cubicBezTo>
                    <a:pt x="33" y="28"/>
                    <a:pt x="32" y="25"/>
                    <a:pt x="32" y="25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3" name="iṧľíḋé">
              <a:extLst>
                <a:ext uri="{FF2B5EF4-FFF2-40B4-BE49-F238E27FC236}">
                  <a16:creationId xmlns:a16="http://schemas.microsoft.com/office/drawing/2014/main" id="{8FD5D34A-1043-4703-92DD-3BFFEB123DDF}"/>
                </a:ext>
              </a:extLst>
            </p:cNvPr>
            <p:cNvSpPr/>
            <p:nvPr userDrawn="1"/>
          </p:nvSpPr>
          <p:spPr bwMode="auto">
            <a:xfrm>
              <a:off x="4868863" y="3371850"/>
              <a:ext cx="88900" cy="92075"/>
            </a:xfrm>
            <a:custGeom>
              <a:avLst/>
              <a:gdLst>
                <a:gd name="T0" fmla="*/ 25 w 27"/>
                <a:gd name="T1" fmla="*/ 22 h 28"/>
                <a:gd name="T2" fmla="*/ 20 w 27"/>
                <a:gd name="T3" fmla="*/ 15 h 28"/>
                <a:gd name="T4" fmla="*/ 25 w 27"/>
                <a:gd name="T5" fmla="*/ 6 h 28"/>
                <a:gd name="T6" fmla="*/ 15 w 27"/>
                <a:gd name="T7" fmla="*/ 8 h 28"/>
                <a:gd name="T8" fmla="*/ 10 w 27"/>
                <a:gd name="T9" fmla="*/ 2 h 28"/>
                <a:gd name="T10" fmla="*/ 8 w 27"/>
                <a:gd name="T11" fmla="*/ 1 h 28"/>
                <a:gd name="T12" fmla="*/ 9 w 27"/>
                <a:gd name="T13" fmla="*/ 10 h 28"/>
                <a:gd name="T14" fmla="*/ 1 w 27"/>
                <a:gd name="T15" fmla="*/ 13 h 28"/>
                <a:gd name="T16" fmla="*/ 1 w 27"/>
                <a:gd name="T17" fmla="*/ 15 h 28"/>
                <a:gd name="T18" fmla="*/ 9 w 27"/>
                <a:gd name="T19" fmla="*/ 18 h 28"/>
                <a:gd name="T20" fmla="*/ 10 w 27"/>
                <a:gd name="T21" fmla="*/ 26 h 28"/>
                <a:gd name="T22" fmla="*/ 11 w 27"/>
                <a:gd name="T23" fmla="*/ 27 h 28"/>
                <a:gd name="T24" fmla="*/ 17 w 27"/>
                <a:gd name="T25" fmla="*/ 21 h 28"/>
                <a:gd name="T26" fmla="*/ 25 w 27"/>
                <a:gd name="T27" fmla="*/ 24 h 28"/>
                <a:gd name="T28" fmla="*/ 25 w 27"/>
                <a:gd name="T29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8">
                  <a:moveTo>
                    <a:pt x="25" y="22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6" y="7"/>
                    <a:pt x="25" y="6"/>
                  </a:cubicBezTo>
                  <a:cubicBezTo>
                    <a:pt x="24" y="5"/>
                    <a:pt x="15" y="8"/>
                    <a:pt x="15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8" y="0"/>
                    <a:pt x="8" y="1"/>
                  </a:cubicBezTo>
                  <a:cubicBezTo>
                    <a:pt x="7" y="3"/>
                    <a:pt x="9" y="10"/>
                    <a:pt x="9" y="10"/>
                  </a:cubicBezTo>
                  <a:cubicBezTo>
                    <a:pt x="9" y="10"/>
                    <a:pt x="2" y="13"/>
                    <a:pt x="1" y="13"/>
                  </a:cubicBezTo>
                  <a:cubicBezTo>
                    <a:pt x="0" y="14"/>
                    <a:pt x="0" y="15"/>
                    <a:pt x="1" y="15"/>
                  </a:cubicBezTo>
                  <a:cubicBezTo>
                    <a:pt x="3" y="16"/>
                    <a:pt x="8" y="18"/>
                    <a:pt x="9" y="18"/>
                  </a:cubicBezTo>
                  <a:cubicBezTo>
                    <a:pt x="9" y="19"/>
                    <a:pt x="9" y="24"/>
                    <a:pt x="10" y="26"/>
                  </a:cubicBezTo>
                  <a:cubicBezTo>
                    <a:pt x="10" y="28"/>
                    <a:pt x="11" y="28"/>
                    <a:pt x="11" y="27"/>
                  </a:cubicBezTo>
                  <a:cubicBezTo>
                    <a:pt x="12" y="27"/>
                    <a:pt x="17" y="21"/>
                    <a:pt x="17" y="21"/>
                  </a:cubicBezTo>
                  <a:cubicBezTo>
                    <a:pt x="17" y="21"/>
                    <a:pt x="23" y="24"/>
                    <a:pt x="25" y="24"/>
                  </a:cubicBezTo>
                  <a:cubicBezTo>
                    <a:pt x="27" y="24"/>
                    <a:pt x="25" y="22"/>
                    <a:pt x="25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4" name="îṧ1ïḑè">
              <a:extLst>
                <a:ext uri="{FF2B5EF4-FFF2-40B4-BE49-F238E27FC236}">
                  <a16:creationId xmlns:a16="http://schemas.microsoft.com/office/drawing/2014/main" id="{BC4FA4BB-E8D2-462E-BAF6-FAF92ADD0ED1}"/>
                </a:ext>
              </a:extLst>
            </p:cNvPr>
            <p:cNvSpPr/>
            <p:nvPr userDrawn="1"/>
          </p:nvSpPr>
          <p:spPr bwMode="auto">
            <a:xfrm>
              <a:off x="6199188" y="4465638"/>
              <a:ext cx="65088" cy="666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5" name="işļíḓe">
              <a:extLst>
                <a:ext uri="{FF2B5EF4-FFF2-40B4-BE49-F238E27FC236}">
                  <a16:creationId xmlns:a16="http://schemas.microsoft.com/office/drawing/2014/main" id="{357B6EAB-D746-48FE-9183-EB215A3526BE}"/>
                </a:ext>
              </a:extLst>
            </p:cNvPr>
            <p:cNvSpPr/>
            <p:nvPr userDrawn="1"/>
          </p:nvSpPr>
          <p:spPr bwMode="auto">
            <a:xfrm>
              <a:off x="4997451" y="3763963"/>
              <a:ext cx="1208088" cy="1065213"/>
            </a:xfrm>
            <a:custGeom>
              <a:avLst/>
              <a:gdLst>
                <a:gd name="T0" fmla="*/ 298 w 366"/>
                <a:gd name="T1" fmla="*/ 160 h 323"/>
                <a:gd name="T2" fmla="*/ 256 w 366"/>
                <a:gd name="T3" fmla="*/ 166 h 323"/>
                <a:gd name="T4" fmla="*/ 223 w 366"/>
                <a:gd name="T5" fmla="*/ 175 h 323"/>
                <a:gd name="T6" fmla="*/ 178 w 366"/>
                <a:gd name="T7" fmla="*/ 165 h 323"/>
                <a:gd name="T8" fmla="*/ 149 w 366"/>
                <a:gd name="T9" fmla="*/ 175 h 323"/>
                <a:gd name="T10" fmla="*/ 153 w 366"/>
                <a:gd name="T11" fmla="*/ 198 h 323"/>
                <a:gd name="T12" fmla="*/ 98 w 366"/>
                <a:gd name="T13" fmla="*/ 158 h 323"/>
                <a:gd name="T14" fmla="*/ 87 w 366"/>
                <a:gd name="T15" fmla="*/ 153 h 323"/>
                <a:gd name="T16" fmla="*/ 114 w 366"/>
                <a:gd name="T17" fmla="*/ 137 h 323"/>
                <a:gd name="T18" fmla="*/ 86 w 366"/>
                <a:gd name="T19" fmla="*/ 122 h 323"/>
                <a:gd name="T20" fmla="*/ 117 w 366"/>
                <a:gd name="T21" fmla="*/ 75 h 323"/>
                <a:gd name="T22" fmla="*/ 130 w 366"/>
                <a:gd name="T23" fmla="*/ 63 h 323"/>
                <a:gd name="T24" fmla="*/ 153 w 366"/>
                <a:gd name="T25" fmla="*/ 56 h 323"/>
                <a:gd name="T26" fmla="*/ 147 w 366"/>
                <a:gd name="T27" fmla="*/ 34 h 323"/>
                <a:gd name="T28" fmla="*/ 79 w 366"/>
                <a:gd name="T29" fmla="*/ 34 h 323"/>
                <a:gd name="T30" fmla="*/ 77 w 366"/>
                <a:gd name="T31" fmla="*/ 35 h 323"/>
                <a:gd name="T32" fmla="*/ 53 w 366"/>
                <a:gd name="T33" fmla="*/ 108 h 323"/>
                <a:gd name="T34" fmla="*/ 18 w 366"/>
                <a:gd name="T35" fmla="*/ 129 h 323"/>
                <a:gd name="T36" fmla="*/ 18 w 366"/>
                <a:gd name="T37" fmla="*/ 165 h 323"/>
                <a:gd name="T38" fmla="*/ 21 w 366"/>
                <a:gd name="T39" fmla="*/ 176 h 323"/>
                <a:gd name="T40" fmla="*/ 31 w 366"/>
                <a:gd name="T41" fmla="*/ 222 h 323"/>
                <a:gd name="T42" fmla="*/ 58 w 366"/>
                <a:gd name="T43" fmla="*/ 234 h 323"/>
                <a:gd name="T44" fmla="*/ 134 w 366"/>
                <a:gd name="T45" fmla="*/ 239 h 323"/>
                <a:gd name="T46" fmla="*/ 164 w 366"/>
                <a:gd name="T47" fmla="*/ 231 h 323"/>
                <a:gd name="T48" fmla="*/ 234 w 366"/>
                <a:gd name="T49" fmla="*/ 206 h 323"/>
                <a:gd name="T50" fmla="*/ 265 w 366"/>
                <a:gd name="T51" fmla="*/ 190 h 323"/>
                <a:gd name="T52" fmla="*/ 280 w 366"/>
                <a:gd name="T53" fmla="*/ 193 h 323"/>
                <a:gd name="T54" fmla="*/ 296 w 366"/>
                <a:gd name="T55" fmla="*/ 229 h 323"/>
                <a:gd name="T56" fmla="*/ 260 w 366"/>
                <a:gd name="T57" fmla="*/ 245 h 323"/>
                <a:gd name="T58" fmla="*/ 236 w 366"/>
                <a:gd name="T59" fmla="*/ 300 h 323"/>
                <a:gd name="T60" fmla="*/ 344 w 366"/>
                <a:gd name="T61" fmla="*/ 291 h 323"/>
                <a:gd name="T62" fmla="*/ 359 w 366"/>
                <a:gd name="T63" fmla="*/ 242 h 323"/>
                <a:gd name="T64" fmla="*/ 366 w 366"/>
                <a:gd name="T65" fmla="*/ 19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6" h="323">
                  <a:moveTo>
                    <a:pt x="323" y="152"/>
                  </a:moveTo>
                  <a:cubicBezTo>
                    <a:pt x="313" y="152"/>
                    <a:pt x="305" y="155"/>
                    <a:pt x="298" y="160"/>
                  </a:cubicBezTo>
                  <a:cubicBezTo>
                    <a:pt x="294" y="153"/>
                    <a:pt x="286" y="148"/>
                    <a:pt x="278" y="148"/>
                  </a:cubicBezTo>
                  <a:cubicBezTo>
                    <a:pt x="267" y="148"/>
                    <a:pt x="258" y="156"/>
                    <a:pt x="256" y="166"/>
                  </a:cubicBezTo>
                  <a:cubicBezTo>
                    <a:pt x="252" y="164"/>
                    <a:pt x="248" y="162"/>
                    <a:pt x="243" y="162"/>
                  </a:cubicBezTo>
                  <a:cubicBezTo>
                    <a:pt x="234" y="162"/>
                    <a:pt x="227" y="167"/>
                    <a:pt x="223" y="175"/>
                  </a:cubicBezTo>
                  <a:cubicBezTo>
                    <a:pt x="215" y="167"/>
                    <a:pt x="205" y="162"/>
                    <a:pt x="194" y="162"/>
                  </a:cubicBezTo>
                  <a:cubicBezTo>
                    <a:pt x="188" y="162"/>
                    <a:pt x="183" y="163"/>
                    <a:pt x="178" y="165"/>
                  </a:cubicBezTo>
                  <a:cubicBezTo>
                    <a:pt x="175" y="162"/>
                    <a:pt x="170" y="159"/>
                    <a:pt x="165" y="159"/>
                  </a:cubicBezTo>
                  <a:cubicBezTo>
                    <a:pt x="156" y="159"/>
                    <a:pt x="149" y="166"/>
                    <a:pt x="149" y="175"/>
                  </a:cubicBezTo>
                  <a:cubicBezTo>
                    <a:pt x="149" y="180"/>
                    <a:pt x="152" y="185"/>
                    <a:pt x="156" y="188"/>
                  </a:cubicBezTo>
                  <a:cubicBezTo>
                    <a:pt x="154" y="191"/>
                    <a:pt x="154" y="194"/>
                    <a:pt x="153" y="198"/>
                  </a:cubicBezTo>
                  <a:cubicBezTo>
                    <a:pt x="151" y="197"/>
                    <a:pt x="148" y="196"/>
                    <a:pt x="146" y="196"/>
                  </a:cubicBezTo>
                  <a:cubicBezTo>
                    <a:pt x="141" y="174"/>
                    <a:pt x="121" y="158"/>
                    <a:pt x="98" y="158"/>
                  </a:cubicBezTo>
                  <a:cubicBezTo>
                    <a:pt x="92" y="158"/>
                    <a:pt x="86" y="159"/>
                    <a:pt x="80" y="161"/>
                  </a:cubicBezTo>
                  <a:cubicBezTo>
                    <a:pt x="83" y="159"/>
                    <a:pt x="86" y="156"/>
                    <a:pt x="87" y="153"/>
                  </a:cubicBezTo>
                  <a:cubicBezTo>
                    <a:pt x="90" y="154"/>
                    <a:pt x="93" y="155"/>
                    <a:pt x="96" y="155"/>
                  </a:cubicBezTo>
                  <a:cubicBezTo>
                    <a:pt x="106" y="155"/>
                    <a:pt x="114" y="147"/>
                    <a:pt x="114" y="137"/>
                  </a:cubicBezTo>
                  <a:cubicBezTo>
                    <a:pt x="114" y="127"/>
                    <a:pt x="106" y="119"/>
                    <a:pt x="96" y="119"/>
                  </a:cubicBezTo>
                  <a:cubicBezTo>
                    <a:pt x="93" y="119"/>
                    <a:pt x="89" y="120"/>
                    <a:pt x="86" y="122"/>
                  </a:cubicBezTo>
                  <a:cubicBezTo>
                    <a:pt x="85" y="119"/>
                    <a:pt x="83" y="118"/>
                    <a:pt x="82" y="116"/>
                  </a:cubicBezTo>
                  <a:cubicBezTo>
                    <a:pt x="102" y="113"/>
                    <a:pt x="117" y="96"/>
                    <a:pt x="117" y="75"/>
                  </a:cubicBezTo>
                  <a:cubicBezTo>
                    <a:pt x="117" y="73"/>
                    <a:pt x="117" y="70"/>
                    <a:pt x="117" y="67"/>
                  </a:cubicBezTo>
                  <a:cubicBezTo>
                    <a:pt x="122" y="67"/>
                    <a:pt x="126" y="65"/>
                    <a:pt x="130" y="63"/>
                  </a:cubicBezTo>
                  <a:cubicBezTo>
                    <a:pt x="132" y="66"/>
                    <a:pt x="136" y="69"/>
                    <a:pt x="141" y="69"/>
                  </a:cubicBezTo>
                  <a:cubicBezTo>
                    <a:pt x="148" y="69"/>
                    <a:pt x="153" y="63"/>
                    <a:pt x="153" y="56"/>
                  </a:cubicBezTo>
                  <a:cubicBezTo>
                    <a:pt x="153" y="51"/>
                    <a:pt x="150" y="46"/>
                    <a:pt x="145" y="44"/>
                  </a:cubicBezTo>
                  <a:cubicBezTo>
                    <a:pt x="146" y="41"/>
                    <a:pt x="147" y="37"/>
                    <a:pt x="147" y="34"/>
                  </a:cubicBezTo>
                  <a:cubicBezTo>
                    <a:pt x="147" y="15"/>
                    <a:pt x="131" y="0"/>
                    <a:pt x="113" y="0"/>
                  </a:cubicBezTo>
                  <a:cubicBezTo>
                    <a:pt x="94" y="0"/>
                    <a:pt x="79" y="15"/>
                    <a:pt x="79" y="34"/>
                  </a:cubicBezTo>
                  <a:cubicBezTo>
                    <a:pt x="79" y="34"/>
                    <a:pt x="79" y="34"/>
                    <a:pt x="79" y="35"/>
                  </a:cubicBezTo>
                  <a:cubicBezTo>
                    <a:pt x="78" y="35"/>
                    <a:pt x="77" y="35"/>
                    <a:pt x="77" y="35"/>
                  </a:cubicBezTo>
                  <a:cubicBezTo>
                    <a:pt x="54" y="35"/>
                    <a:pt x="36" y="53"/>
                    <a:pt x="36" y="75"/>
                  </a:cubicBezTo>
                  <a:cubicBezTo>
                    <a:pt x="36" y="89"/>
                    <a:pt x="43" y="101"/>
                    <a:pt x="53" y="108"/>
                  </a:cubicBezTo>
                  <a:cubicBezTo>
                    <a:pt x="41" y="111"/>
                    <a:pt x="32" y="121"/>
                    <a:pt x="30" y="133"/>
                  </a:cubicBezTo>
                  <a:cubicBezTo>
                    <a:pt x="27" y="130"/>
                    <a:pt x="23" y="129"/>
                    <a:pt x="18" y="129"/>
                  </a:cubicBezTo>
                  <a:cubicBezTo>
                    <a:pt x="8" y="129"/>
                    <a:pt x="0" y="137"/>
                    <a:pt x="0" y="147"/>
                  </a:cubicBezTo>
                  <a:cubicBezTo>
                    <a:pt x="0" y="157"/>
                    <a:pt x="8" y="165"/>
                    <a:pt x="18" y="165"/>
                  </a:cubicBezTo>
                  <a:cubicBezTo>
                    <a:pt x="20" y="165"/>
                    <a:pt x="22" y="165"/>
                    <a:pt x="23" y="164"/>
                  </a:cubicBezTo>
                  <a:cubicBezTo>
                    <a:pt x="22" y="168"/>
                    <a:pt x="21" y="172"/>
                    <a:pt x="21" y="176"/>
                  </a:cubicBezTo>
                  <a:cubicBezTo>
                    <a:pt x="21" y="191"/>
                    <a:pt x="32" y="203"/>
                    <a:pt x="46" y="206"/>
                  </a:cubicBezTo>
                  <a:cubicBezTo>
                    <a:pt x="38" y="207"/>
                    <a:pt x="31" y="213"/>
                    <a:pt x="31" y="222"/>
                  </a:cubicBezTo>
                  <a:cubicBezTo>
                    <a:pt x="31" y="231"/>
                    <a:pt x="39" y="238"/>
                    <a:pt x="47" y="238"/>
                  </a:cubicBezTo>
                  <a:cubicBezTo>
                    <a:pt x="51" y="238"/>
                    <a:pt x="55" y="236"/>
                    <a:pt x="58" y="234"/>
                  </a:cubicBezTo>
                  <a:cubicBezTo>
                    <a:pt x="67" y="247"/>
                    <a:pt x="81" y="255"/>
                    <a:pt x="98" y="255"/>
                  </a:cubicBezTo>
                  <a:cubicBezTo>
                    <a:pt x="113" y="255"/>
                    <a:pt x="126" y="249"/>
                    <a:pt x="134" y="239"/>
                  </a:cubicBezTo>
                  <a:cubicBezTo>
                    <a:pt x="138" y="240"/>
                    <a:pt x="141" y="241"/>
                    <a:pt x="145" y="241"/>
                  </a:cubicBezTo>
                  <a:cubicBezTo>
                    <a:pt x="153" y="241"/>
                    <a:pt x="160" y="237"/>
                    <a:pt x="164" y="231"/>
                  </a:cubicBezTo>
                  <a:cubicBezTo>
                    <a:pt x="171" y="239"/>
                    <a:pt x="182" y="244"/>
                    <a:pt x="194" y="244"/>
                  </a:cubicBezTo>
                  <a:cubicBezTo>
                    <a:pt x="215" y="244"/>
                    <a:pt x="233" y="227"/>
                    <a:pt x="234" y="206"/>
                  </a:cubicBezTo>
                  <a:cubicBezTo>
                    <a:pt x="237" y="207"/>
                    <a:pt x="240" y="207"/>
                    <a:pt x="243" y="207"/>
                  </a:cubicBezTo>
                  <a:cubicBezTo>
                    <a:pt x="254" y="207"/>
                    <a:pt x="263" y="200"/>
                    <a:pt x="265" y="190"/>
                  </a:cubicBezTo>
                  <a:cubicBezTo>
                    <a:pt x="269" y="192"/>
                    <a:pt x="273" y="194"/>
                    <a:pt x="278" y="194"/>
                  </a:cubicBezTo>
                  <a:cubicBezTo>
                    <a:pt x="278" y="194"/>
                    <a:pt x="279" y="194"/>
                    <a:pt x="280" y="193"/>
                  </a:cubicBezTo>
                  <a:cubicBezTo>
                    <a:pt x="280" y="194"/>
                    <a:pt x="280" y="195"/>
                    <a:pt x="280" y="195"/>
                  </a:cubicBezTo>
                  <a:cubicBezTo>
                    <a:pt x="280" y="209"/>
                    <a:pt x="286" y="221"/>
                    <a:pt x="296" y="229"/>
                  </a:cubicBezTo>
                  <a:cubicBezTo>
                    <a:pt x="294" y="229"/>
                    <a:pt x="291" y="228"/>
                    <a:pt x="288" y="228"/>
                  </a:cubicBezTo>
                  <a:cubicBezTo>
                    <a:pt x="276" y="228"/>
                    <a:pt x="266" y="235"/>
                    <a:pt x="260" y="245"/>
                  </a:cubicBezTo>
                  <a:cubicBezTo>
                    <a:pt x="245" y="255"/>
                    <a:pt x="235" y="272"/>
                    <a:pt x="235" y="291"/>
                  </a:cubicBezTo>
                  <a:cubicBezTo>
                    <a:pt x="235" y="294"/>
                    <a:pt x="235" y="297"/>
                    <a:pt x="236" y="300"/>
                  </a:cubicBezTo>
                  <a:cubicBezTo>
                    <a:pt x="263" y="300"/>
                    <a:pt x="302" y="305"/>
                    <a:pt x="334" y="323"/>
                  </a:cubicBezTo>
                  <a:cubicBezTo>
                    <a:pt x="340" y="314"/>
                    <a:pt x="344" y="303"/>
                    <a:pt x="344" y="291"/>
                  </a:cubicBezTo>
                  <a:cubicBezTo>
                    <a:pt x="344" y="283"/>
                    <a:pt x="342" y="275"/>
                    <a:pt x="338" y="268"/>
                  </a:cubicBezTo>
                  <a:cubicBezTo>
                    <a:pt x="350" y="265"/>
                    <a:pt x="359" y="255"/>
                    <a:pt x="359" y="242"/>
                  </a:cubicBezTo>
                  <a:cubicBezTo>
                    <a:pt x="359" y="236"/>
                    <a:pt x="357" y="230"/>
                    <a:pt x="354" y="226"/>
                  </a:cubicBezTo>
                  <a:cubicBezTo>
                    <a:pt x="362" y="218"/>
                    <a:pt x="366" y="207"/>
                    <a:pt x="366" y="195"/>
                  </a:cubicBezTo>
                  <a:cubicBezTo>
                    <a:pt x="366" y="171"/>
                    <a:pt x="347" y="152"/>
                    <a:pt x="323" y="152"/>
                  </a:cubicBezTo>
                  <a:close/>
                </a:path>
              </a:pathLst>
            </a:cu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6" name="ïṧľïďè">
              <a:extLst>
                <a:ext uri="{FF2B5EF4-FFF2-40B4-BE49-F238E27FC236}">
                  <a16:creationId xmlns:a16="http://schemas.microsoft.com/office/drawing/2014/main" id="{FD1A1FA5-8D76-46BE-B145-A280AFC0C683}"/>
                </a:ext>
              </a:extLst>
            </p:cNvPr>
            <p:cNvSpPr/>
            <p:nvPr userDrawn="1"/>
          </p:nvSpPr>
          <p:spPr bwMode="auto">
            <a:xfrm>
              <a:off x="4838701" y="4076700"/>
              <a:ext cx="122238" cy="122238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7" name="íṥľîḍé">
              <a:extLst>
                <a:ext uri="{FF2B5EF4-FFF2-40B4-BE49-F238E27FC236}">
                  <a16:creationId xmlns:a16="http://schemas.microsoft.com/office/drawing/2014/main" id="{23E4F57A-31B7-4002-9DF9-F0CE29D38490}"/>
                </a:ext>
              </a:extLst>
            </p:cNvPr>
            <p:cNvSpPr/>
            <p:nvPr userDrawn="1"/>
          </p:nvSpPr>
          <p:spPr bwMode="auto">
            <a:xfrm>
              <a:off x="5095876" y="3678238"/>
              <a:ext cx="115888" cy="11430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8" name="î$ļïḋê">
              <a:extLst>
                <a:ext uri="{FF2B5EF4-FFF2-40B4-BE49-F238E27FC236}">
                  <a16:creationId xmlns:a16="http://schemas.microsoft.com/office/drawing/2014/main" id="{34A32B0B-57F0-4629-AC4B-EE6F4869F353}"/>
                </a:ext>
              </a:extLst>
            </p:cNvPr>
            <p:cNvSpPr/>
            <p:nvPr userDrawn="1"/>
          </p:nvSpPr>
          <p:spPr bwMode="auto">
            <a:xfrm>
              <a:off x="5245101" y="3552825"/>
              <a:ext cx="165100" cy="16510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9" name="ïşḻîdé">
              <a:extLst>
                <a:ext uri="{FF2B5EF4-FFF2-40B4-BE49-F238E27FC236}">
                  <a16:creationId xmlns:a16="http://schemas.microsoft.com/office/drawing/2014/main" id="{936C4929-A598-4CA3-9694-9FEEB1BDB8BB}"/>
                </a:ext>
              </a:extLst>
            </p:cNvPr>
            <p:cNvSpPr/>
            <p:nvPr userDrawn="1"/>
          </p:nvSpPr>
          <p:spPr bwMode="auto">
            <a:xfrm>
              <a:off x="5481638" y="3667125"/>
              <a:ext cx="82550" cy="8255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70E0BB22-640F-4EFE-B704-73784C021CB6}"/>
              </a:ext>
            </a:extLst>
          </p:cNvPr>
          <p:cNvSpPr/>
          <p:nvPr/>
        </p:nvSpPr>
        <p:spPr>
          <a:xfrm>
            <a:off x="1" y="0"/>
            <a:ext cx="349516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A7D9F14-A9BE-4399-8542-85A4A27C651A}"/>
              </a:ext>
            </a:extLst>
          </p:cNvPr>
          <p:cNvSpPr/>
          <p:nvPr userDrawn="1"/>
        </p:nvSpPr>
        <p:spPr>
          <a:xfrm rot="5400000">
            <a:off x="613041" y="1540941"/>
            <a:ext cx="6190108" cy="3495168"/>
          </a:xfrm>
          <a:custGeom>
            <a:avLst/>
            <a:gdLst>
              <a:gd name="connsiteX0" fmla="*/ 0 w 5903218"/>
              <a:gd name="connsiteY0" fmla="*/ 0 h 3333179"/>
              <a:gd name="connsiteX1" fmla="*/ 0 w 5903218"/>
              <a:gd name="connsiteY1" fmla="*/ 1743931 h 3333179"/>
              <a:gd name="connsiteX2" fmla="*/ 2868451 w 5903218"/>
              <a:gd name="connsiteY2" fmla="*/ 3335917 h 3333179"/>
              <a:gd name="connsiteX3" fmla="*/ 5908352 w 5903218"/>
              <a:gd name="connsiteY3" fmla="*/ 2487907 h 3333179"/>
              <a:gd name="connsiteX4" fmla="*/ 5908352 w 5903218"/>
              <a:gd name="connsiteY4" fmla="*/ 0 h 333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218" h="3333179">
                <a:moveTo>
                  <a:pt x="0" y="0"/>
                </a:moveTo>
                <a:lnTo>
                  <a:pt x="0" y="1743931"/>
                </a:lnTo>
                <a:lnTo>
                  <a:pt x="2868451" y="3335917"/>
                </a:lnTo>
                <a:lnTo>
                  <a:pt x="5908352" y="2487907"/>
                </a:lnTo>
                <a:lnTo>
                  <a:pt x="5908352" y="0"/>
                </a:lnTo>
                <a:close/>
              </a:path>
            </a:pathLst>
          </a:custGeom>
          <a:noFill/>
          <a:ln w="102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096000" y="2173767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097116" y="3069117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2026/8/12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>
            <a:extLst>
              <a:ext uri="{FF2B5EF4-FFF2-40B4-BE49-F238E27FC236}">
                <a16:creationId xmlns:a16="http://schemas.microsoft.com/office/drawing/2014/main" id="{1588E3DF-6926-4F2D-9EDB-5DC0FDDED760}"/>
              </a:ext>
            </a:extLst>
          </p:cNvPr>
          <p:cNvSpPr/>
          <p:nvPr/>
        </p:nvSpPr>
        <p:spPr>
          <a:xfrm rot="16200000">
            <a:off x="3467888" y="-3526651"/>
            <a:ext cx="5234925" cy="122132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7241977" y="1567877"/>
            <a:ext cx="3312130" cy="126006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241977" y="3596532"/>
            <a:ext cx="331213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241977" y="3300261"/>
            <a:ext cx="331213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27" name="组合 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9AA4695-89B5-4BC6-A784-27682FE05589}"/>
              </a:ext>
            </a:extLst>
          </p:cNvPr>
          <p:cNvGrpSpPr/>
          <p:nvPr userDrawn="1"/>
        </p:nvGrpSpPr>
        <p:grpSpPr>
          <a:xfrm>
            <a:off x="1142161" y="1869240"/>
            <a:ext cx="4471120" cy="4076326"/>
            <a:chOff x="3884613" y="1412875"/>
            <a:chExt cx="4422775" cy="4032250"/>
          </a:xfrm>
        </p:grpSpPr>
        <p:sp>
          <p:nvSpPr>
            <p:cNvPr id="28" name="îṥlíḓê">
              <a:extLst>
                <a:ext uri="{FF2B5EF4-FFF2-40B4-BE49-F238E27FC236}">
                  <a16:creationId xmlns:a16="http://schemas.microsoft.com/office/drawing/2014/main" id="{2110CE6F-5AC9-41B6-AE62-54939E4E7049}"/>
                </a:ext>
              </a:extLst>
            </p:cNvPr>
            <p:cNvSpPr/>
            <p:nvPr userDrawn="1"/>
          </p:nvSpPr>
          <p:spPr bwMode="auto">
            <a:xfrm>
              <a:off x="6294438" y="3136900"/>
              <a:ext cx="471488" cy="477838"/>
            </a:xfrm>
            <a:custGeom>
              <a:avLst/>
              <a:gdLst>
                <a:gd name="T0" fmla="*/ 135 w 143"/>
                <a:gd name="T1" fmla="*/ 57 h 145"/>
                <a:gd name="T2" fmla="*/ 56 w 143"/>
                <a:gd name="T3" fmla="*/ 8 h 145"/>
                <a:gd name="T4" fmla="*/ 8 w 143"/>
                <a:gd name="T5" fmla="*/ 88 h 145"/>
                <a:gd name="T6" fmla="*/ 86 w 143"/>
                <a:gd name="T7" fmla="*/ 136 h 145"/>
                <a:gd name="T8" fmla="*/ 135 w 143"/>
                <a:gd name="T9" fmla="*/ 5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45">
                  <a:moveTo>
                    <a:pt x="135" y="57"/>
                  </a:moveTo>
                  <a:cubicBezTo>
                    <a:pt x="126" y="22"/>
                    <a:pt x="91" y="0"/>
                    <a:pt x="56" y="8"/>
                  </a:cubicBezTo>
                  <a:cubicBezTo>
                    <a:pt x="21" y="17"/>
                    <a:pt x="0" y="52"/>
                    <a:pt x="8" y="88"/>
                  </a:cubicBezTo>
                  <a:cubicBezTo>
                    <a:pt x="17" y="123"/>
                    <a:pt x="52" y="145"/>
                    <a:pt x="86" y="136"/>
                  </a:cubicBezTo>
                  <a:cubicBezTo>
                    <a:pt x="121" y="128"/>
                    <a:pt x="143" y="92"/>
                    <a:pt x="135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î$ľiḓê">
              <a:extLst>
                <a:ext uri="{FF2B5EF4-FFF2-40B4-BE49-F238E27FC236}">
                  <a16:creationId xmlns:a16="http://schemas.microsoft.com/office/drawing/2014/main" id="{DC8D8EBC-3312-4BF1-9556-6C66A5D0C0DB}"/>
                </a:ext>
              </a:extLst>
            </p:cNvPr>
            <p:cNvSpPr/>
            <p:nvPr userDrawn="1"/>
          </p:nvSpPr>
          <p:spPr bwMode="auto">
            <a:xfrm>
              <a:off x="5287963" y="4508500"/>
              <a:ext cx="1982788" cy="936625"/>
            </a:xfrm>
            <a:custGeom>
              <a:avLst/>
              <a:gdLst>
                <a:gd name="T0" fmla="*/ 599 w 601"/>
                <a:gd name="T1" fmla="*/ 235 h 284"/>
                <a:gd name="T2" fmla="*/ 510 w 601"/>
                <a:gd name="T3" fmla="*/ 11 h 284"/>
                <a:gd name="T4" fmla="*/ 494 w 601"/>
                <a:gd name="T5" fmla="*/ 0 h 284"/>
                <a:gd name="T6" fmla="*/ 290 w 601"/>
                <a:gd name="T7" fmla="*/ 0 h 284"/>
                <a:gd name="T8" fmla="*/ 106 w 601"/>
                <a:gd name="T9" fmla="*/ 0 h 284"/>
                <a:gd name="T10" fmla="*/ 90 w 601"/>
                <a:gd name="T11" fmla="*/ 11 h 284"/>
                <a:gd name="T12" fmla="*/ 1 w 601"/>
                <a:gd name="T13" fmla="*/ 235 h 284"/>
                <a:gd name="T14" fmla="*/ 15 w 601"/>
                <a:gd name="T15" fmla="*/ 252 h 284"/>
                <a:gd name="T16" fmla="*/ 267 w 601"/>
                <a:gd name="T17" fmla="*/ 252 h 284"/>
                <a:gd name="T18" fmla="*/ 267 w 601"/>
                <a:gd name="T19" fmla="*/ 252 h 284"/>
                <a:gd name="T20" fmla="*/ 300 w 601"/>
                <a:gd name="T21" fmla="*/ 284 h 284"/>
                <a:gd name="T22" fmla="*/ 300 w 601"/>
                <a:gd name="T23" fmla="*/ 284 h 284"/>
                <a:gd name="T24" fmla="*/ 334 w 601"/>
                <a:gd name="T25" fmla="*/ 252 h 284"/>
                <a:gd name="T26" fmla="*/ 334 w 601"/>
                <a:gd name="T27" fmla="*/ 252 h 284"/>
                <a:gd name="T28" fmla="*/ 586 w 601"/>
                <a:gd name="T29" fmla="*/ 252 h 284"/>
                <a:gd name="T30" fmla="*/ 599 w 601"/>
                <a:gd name="T31" fmla="*/ 235 h 284"/>
                <a:gd name="T32" fmla="*/ 599 w 601"/>
                <a:gd name="T33" fmla="*/ 23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1" h="284">
                  <a:moveTo>
                    <a:pt x="599" y="235"/>
                  </a:moveTo>
                  <a:cubicBezTo>
                    <a:pt x="510" y="11"/>
                    <a:pt x="510" y="11"/>
                    <a:pt x="510" y="11"/>
                  </a:cubicBezTo>
                  <a:cubicBezTo>
                    <a:pt x="508" y="4"/>
                    <a:pt x="501" y="0"/>
                    <a:pt x="494" y="0"/>
                  </a:cubicBezTo>
                  <a:cubicBezTo>
                    <a:pt x="290" y="0"/>
                    <a:pt x="290" y="0"/>
                    <a:pt x="290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99" y="0"/>
                    <a:pt x="93" y="4"/>
                    <a:pt x="90" y="11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0" y="245"/>
                    <a:pt x="7" y="252"/>
                    <a:pt x="15" y="252"/>
                  </a:cubicBezTo>
                  <a:cubicBezTo>
                    <a:pt x="267" y="252"/>
                    <a:pt x="267" y="252"/>
                    <a:pt x="267" y="252"/>
                  </a:cubicBezTo>
                  <a:cubicBezTo>
                    <a:pt x="267" y="252"/>
                    <a:pt x="267" y="252"/>
                    <a:pt x="267" y="252"/>
                  </a:cubicBezTo>
                  <a:cubicBezTo>
                    <a:pt x="267" y="270"/>
                    <a:pt x="282" y="284"/>
                    <a:pt x="300" y="284"/>
                  </a:cubicBezTo>
                  <a:cubicBezTo>
                    <a:pt x="300" y="284"/>
                    <a:pt x="300" y="284"/>
                    <a:pt x="300" y="284"/>
                  </a:cubicBezTo>
                  <a:cubicBezTo>
                    <a:pt x="319" y="284"/>
                    <a:pt x="334" y="270"/>
                    <a:pt x="334" y="252"/>
                  </a:cubicBezTo>
                  <a:cubicBezTo>
                    <a:pt x="334" y="252"/>
                    <a:pt x="334" y="252"/>
                    <a:pt x="334" y="252"/>
                  </a:cubicBezTo>
                  <a:cubicBezTo>
                    <a:pt x="586" y="252"/>
                    <a:pt x="586" y="252"/>
                    <a:pt x="586" y="252"/>
                  </a:cubicBezTo>
                  <a:cubicBezTo>
                    <a:pt x="594" y="252"/>
                    <a:pt x="601" y="245"/>
                    <a:pt x="599" y="235"/>
                  </a:cubicBezTo>
                  <a:cubicBezTo>
                    <a:pt x="599" y="235"/>
                    <a:pt x="599" y="235"/>
                    <a:pt x="599" y="235"/>
                  </a:cubicBezTo>
                  <a:close/>
                </a:path>
              </a:pathLst>
            </a:custGeom>
            <a:solidFill>
              <a:srgbClr val="243B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iŝliḑé">
              <a:extLst>
                <a:ext uri="{FF2B5EF4-FFF2-40B4-BE49-F238E27FC236}">
                  <a16:creationId xmlns:a16="http://schemas.microsoft.com/office/drawing/2014/main" id="{D6F52648-71FC-4552-ACDF-4F0B1435D508}"/>
                </a:ext>
              </a:extLst>
            </p:cNvPr>
            <p:cNvSpPr/>
            <p:nvPr userDrawn="1"/>
          </p:nvSpPr>
          <p:spPr bwMode="auto">
            <a:xfrm>
              <a:off x="5324476" y="4235450"/>
              <a:ext cx="1906588" cy="1136650"/>
            </a:xfrm>
            <a:custGeom>
              <a:avLst/>
              <a:gdLst>
                <a:gd name="T0" fmla="*/ 501 w 578"/>
                <a:gd name="T1" fmla="*/ 102 h 345"/>
                <a:gd name="T2" fmla="*/ 289 w 578"/>
                <a:gd name="T3" fmla="*/ 98 h 345"/>
                <a:gd name="T4" fmla="*/ 77 w 578"/>
                <a:gd name="T5" fmla="*/ 102 h 345"/>
                <a:gd name="T6" fmla="*/ 0 w 578"/>
                <a:gd name="T7" fmla="*/ 309 h 345"/>
                <a:gd name="T8" fmla="*/ 289 w 578"/>
                <a:gd name="T9" fmla="*/ 345 h 345"/>
                <a:gd name="T10" fmla="*/ 578 w 578"/>
                <a:gd name="T11" fmla="*/ 309 h 345"/>
                <a:gd name="T12" fmla="*/ 501 w 578"/>
                <a:gd name="T13" fmla="*/ 10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345">
                  <a:moveTo>
                    <a:pt x="501" y="102"/>
                  </a:moveTo>
                  <a:cubicBezTo>
                    <a:pt x="386" y="0"/>
                    <a:pt x="289" y="98"/>
                    <a:pt x="289" y="98"/>
                  </a:cubicBezTo>
                  <a:cubicBezTo>
                    <a:pt x="289" y="98"/>
                    <a:pt x="191" y="0"/>
                    <a:pt x="77" y="102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265" y="275"/>
                    <a:pt x="254" y="345"/>
                    <a:pt x="289" y="345"/>
                  </a:cubicBezTo>
                  <a:cubicBezTo>
                    <a:pt x="324" y="345"/>
                    <a:pt x="313" y="275"/>
                    <a:pt x="578" y="309"/>
                  </a:cubicBezTo>
                  <a:lnTo>
                    <a:pt x="501" y="102"/>
                  </a:lnTo>
                  <a:close/>
                </a:path>
              </a:pathLst>
            </a:custGeom>
            <a:solidFill>
              <a:srgbClr val="A8D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í$ḻîḑe">
              <a:extLst>
                <a:ext uri="{FF2B5EF4-FFF2-40B4-BE49-F238E27FC236}">
                  <a16:creationId xmlns:a16="http://schemas.microsoft.com/office/drawing/2014/main" id="{BCD08E54-691A-43DA-8823-CCDB24248C46}"/>
                </a:ext>
              </a:extLst>
            </p:cNvPr>
            <p:cNvSpPr/>
            <p:nvPr userDrawn="1"/>
          </p:nvSpPr>
          <p:spPr bwMode="auto">
            <a:xfrm>
              <a:off x="5349876" y="4435475"/>
              <a:ext cx="1846263" cy="936625"/>
            </a:xfrm>
            <a:custGeom>
              <a:avLst/>
              <a:gdLst>
                <a:gd name="T0" fmla="*/ 493 w 559"/>
                <a:gd name="T1" fmla="*/ 48 h 284"/>
                <a:gd name="T2" fmla="*/ 373 w 559"/>
                <a:gd name="T3" fmla="*/ 6 h 284"/>
                <a:gd name="T4" fmla="*/ 270 w 559"/>
                <a:gd name="T5" fmla="*/ 56 h 284"/>
                <a:gd name="T6" fmla="*/ 163 w 559"/>
                <a:gd name="T7" fmla="*/ 7 h 284"/>
                <a:gd name="T8" fmla="*/ 69 w 559"/>
                <a:gd name="T9" fmla="*/ 50 h 284"/>
                <a:gd name="T10" fmla="*/ 0 w 559"/>
                <a:gd name="T11" fmla="*/ 236 h 284"/>
                <a:gd name="T12" fmla="*/ 176 w 559"/>
                <a:gd name="T13" fmla="*/ 224 h 284"/>
                <a:gd name="T14" fmla="*/ 278 w 559"/>
                <a:gd name="T15" fmla="*/ 282 h 284"/>
                <a:gd name="T16" fmla="*/ 280 w 559"/>
                <a:gd name="T17" fmla="*/ 283 h 284"/>
                <a:gd name="T18" fmla="*/ 281 w 559"/>
                <a:gd name="T19" fmla="*/ 283 h 284"/>
                <a:gd name="T20" fmla="*/ 380 w 559"/>
                <a:gd name="T21" fmla="*/ 224 h 284"/>
                <a:gd name="T22" fmla="*/ 559 w 559"/>
                <a:gd name="T23" fmla="*/ 236 h 284"/>
                <a:gd name="T24" fmla="*/ 493 w 559"/>
                <a:gd name="T25" fmla="*/ 48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9" h="284">
                  <a:moveTo>
                    <a:pt x="493" y="48"/>
                  </a:moveTo>
                  <a:cubicBezTo>
                    <a:pt x="493" y="48"/>
                    <a:pt x="447" y="0"/>
                    <a:pt x="373" y="6"/>
                  </a:cubicBezTo>
                  <a:cubicBezTo>
                    <a:pt x="296" y="11"/>
                    <a:pt x="275" y="44"/>
                    <a:pt x="270" y="56"/>
                  </a:cubicBezTo>
                  <a:cubicBezTo>
                    <a:pt x="265" y="45"/>
                    <a:pt x="242" y="12"/>
                    <a:pt x="163" y="7"/>
                  </a:cubicBezTo>
                  <a:cubicBezTo>
                    <a:pt x="89" y="2"/>
                    <a:pt x="69" y="50"/>
                    <a:pt x="69" y="50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69" y="205"/>
                    <a:pt x="176" y="224"/>
                  </a:cubicBezTo>
                  <a:cubicBezTo>
                    <a:pt x="236" y="235"/>
                    <a:pt x="270" y="272"/>
                    <a:pt x="278" y="282"/>
                  </a:cubicBezTo>
                  <a:cubicBezTo>
                    <a:pt x="279" y="283"/>
                    <a:pt x="279" y="283"/>
                    <a:pt x="280" y="283"/>
                  </a:cubicBezTo>
                  <a:cubicBezTo>
                    <a:pt x="280" y="284"/>
                    <a:pt x="281" y="284"/>
                    <a:pt x="281" y="283"/>
                  </a:cubicBezTo>
                  <a:cubicBezTo>
                    <a:pt x="289" y="272"/>
                    <a:pt x="320" y="235"/>
                    <a:pt x="380" y="224"/>
                  </a:cubicBezTo>
                  <a:cubicBezTo>
                    <a:pt x="486" y="205"/>
                    <a:pt x="559" y="236"/>
                    <a:pt x="559" y="236"/>
                  </a:cubicBezTo>
                  <a:lnTo>
                    <a:pt x="493" y="48"/>
                  </a:lnTo>
                  <a:close/>
                </a:path>
              </a:pathLst>
            </a:cu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ṩḻíḑé">
              <a:extLst>
                <a:ext uri="{FF2B5EF4-FFF2-40B4-BE49-F238E27FC236}">
                  <a16:creationId xmlns:a16="http://schemas.microsoft.com/office/drawing/2014/main" id="{8295163B-12B5-4A69-957B-8016529AB7E9}"/>
                </a:ext>
              </a:extLst>
            </p:cNvPr>
            <p:cNvSpPr/>
            <p:nvPr userDrawn="1"/>
          </p:nvSpPr>
          <p:spPr bwMode="auto">
            <a:xfrm>
              <a:off x="5389563" y="4416425"/>
              <a:ext cx="1773238" cy="903288"/>
            </a:xfrm>
            <a:custGeom>
              <a:avLst/>
              <a:gdLst>
                <a:gd name="T0" fmla="*/ 476 w 537"/>
                <a:gd name="T1" fmla="*/ 51 h 274"/>
                <a:gd name="T2" fmla="*/ 366 w 537"/>
                <a:gd name="T3" fmla="*/ 6 h 274"/>
                <a:gd name="T4" fmla="*/ 269 w 537"/>
                <a:gd name="T5" fmla="*/ 59 h 274"/>
                <a:gd name="T6" fmla="*/ 172 w 537"/>
                <a:gd name="T7" fmla="*/ 6 h 274"/>
                <a:gd name="T8" fmla="*/ 62 w 537"/>
                <a:gd name="T9" fmla="*/ 51 h 274"/>
                <a:gd name="T10" fmla="*/ 0 w 537"/>
                <a:gd name="T11" fmla="*/ 227 h 274"/>
                <a:gd name="T12" fmla="*/ 173 w 537"/>
                <a:gd name="T13" fmla="*/ 209 h 274"/>
                <a:gd name="T14" fmla="*/ 268 w 537"/>
                <a:gd name="T15" fmla="*/ 272 h 274"/>
                <a:gd name="T16" fmla="*/ 269 w 537"/>
                <a:gd name="T17" fmla="*/ 273 h 274"/>
                <a:gd name="T18" fmla="*/ 270 w 537"/>
                <a:gd name="T19" fmla="*/ 273 h 274"/>
                <a:gd name="T20" fmla="*/ 365 w 537"/>
                <a:gd name="T21" fmla="*/ 209 h 274"/>
                <a:gd name="T22" fmla="*/ 537 w 537"/>
                <a:gd name="T23" fmla="*/ 227 h 274"/>
                <a:gd name="T24" fmla="*/ 476 w 537"/>
                <a:gd name="T25" fmla="*/ 51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7" h="274">
                  <a:moveTo>
                    <a:pt x="476" y="51"/>
                  </a:moveTo>
                  <a:cubicBezTo>
                    <a:pt x="476" y="51"/>
                    <a:pt x="435" y="0"/>
                    <a:pt x="366" y="6"/>
                  </a:cubicBezTo>
                  <a:cubicBezTo>
                    <a:pt x="295" y="12"/>
                    <a:pt x="274" y="46"/>
                    <a:pt x="269" y="59"/>
                  </a:cubicBezTo>
                  <a:cubicBezTo>
                    <a:pt x="265" y="47"/>
                    <a:pt x="245" y="12"/>
                    <a:pt x="172" y="6"/>
                  </a:cubicBezTo>
                  <a:cubicBezTo>
                    <a:pt x="103" y="0"/>
                    <a:pt x="62" y="51"/>
                    <a:pt x="62" y="51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27"/>
                    <a:pt x="74" y="188"/>
                    <a:pt x="173" y="209"/>
                  </a:cubicBezTo>
                  <a:cubicBezTo>
                    <a:pt x="229" y="221"/>
                    <a:pt x="260" y="261"/>
                    <a:pt x="268" y="272"/>
                  </a:cubicBezTo>
                  <a:cubicBezTo>
                    <a:pt x="268" y="273"/>
                    <a:pt x="269" y="273"/>
                    <a:pt x="269" y="273"/>
                  </a:cubicBezTo>
                  <a:cubicBezTo>
                    <a:pt x="269" y="274"/>
                    <a:pt x="270" y="274"/>
                    <a:pt x="270" y="273"/>
                  </a:cubicBezTo>
                  <a:cubicBezTo>
                    <a:pt x="278" y="261"/>
                    <a:pt x="308" y="221"/>
                    <a:pt x="365" y="209"/>
                  </a:cubicBezTo>
                  <a:cubicBezTo>
                    <a:pt x="464" y="188"/>
                    <a:pt x="537" y="227"/>
                    <a:pt x="537" y="227"/>
                  </a:cubicBezTo>
                  <a:lnTo>
                    <a:pt x="476" y="51"/>
                  </a:lnTo>
                  <a:close/>
                </a:path>
              </a:pathLst>
            </a:custGeom>
            <a:solidFill>
              <a:srgbClr val="CB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îṡḷïďè">
              <a:extLst>
                <a:ext uri="{FF2B5EF4-FFF2-40B4-BE49-F238E27FC236}">
                  <a16:creationId xmlns:a16="http://schemas.microsoft.com/office/drawing/2014/main" id="{6FD60880-91BB-4A40-9108-DF64DA57D45F}"/>
                </a:ext>
              </a:extLst>
            </p:cNvPr>
            <p:cNvSpPr/>
            <p:nvPr userDrawn="1"/>
          </p:nvSpPr>
          <p:spPr bwMode="auto">
            <a:xfrm>
              <a:off x="5395913" y="4370388"/>
              <a:ext cx="1757363" cy="949325"/>
            </a:xfrm>
            <a:custGeom>
              <a:avLst/>
              <a:gdLst>
                <a:gd name="T0" fmla="*/ 466 w 532"/>
                <a:gd name="T1" fmla="*/ 50 h 288"/>
                <a:gd name="T2" fmla="*/ 358 w 532"/>
                <a:gd name="T3" fmla="*/ 5 h 288"/>
                <a:gd name="T4" fmla="*/ 266 w 532"/>
                <a:gd name="T5" fmla="*/ 57 h 288"/>
                <a:gd name="T6" fmla="*/ 174 w 532"/>
                <a:gd name="T7" fmla="*/ 5 h 288"/>
                <a:gd name="T8" fmla="*/ 67 w 532"/>
                <a:gd name="T9" fmla="*/ 50 h 288"/>
                <a:gd name="T10" fmla="*/ 0 w 532"/>
                <a:gd name="T11" fmla="*/ 240 h 288"/>
                <a:gd name="T12" fmla="*/ 170 w 532"/>
                <a:gd name="T13" fmla="*/ 215 h 288"/>
                <a:gd name="T14" fmla="*/ 265 w 532"/>
                <a:gd name="T15" fmla="*/ 286 h 288"/>
                <a:gd name="T16" fmla="*/ 266 w 532"/>
                <a:gd name="T17" fmla="*/ 287 h 288"/>
                <a:gd name="T18" fmla="*/ 267 w 532"/>
                <a:gd name="T19" fmla="*/ 286 h 288"/>
                <a:gd name="T20" fmla="*/ 362 w 532"/>
                <a:gd name="T21" fmla="*/ 215 h 288"/>
                <a:gd name="T22" fmla="*/ 532 w 532"/>
                <a:gd name="T23" fmla="*/ 240 h 288"/>
                <a:gd name="T24" fmla="*/ 466 w 532"/>
                <a:gd name="T25" fmla="*/ 5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2" h="288">
                  <a:moveTo>
                    <a:pt x="466" y="50"/>
                  </a:moveTo>
                  <a:cubicBezTo>
                    <a:pt x="466" y="50"/>
                    <a:pt x="423" y="0"/>
                    <a:pt x="358" y="5"/>
                  </a:cubicBezTo>
                  <a:cubicBezTo>
                    <a:pt x="290" y="11"/>
                    <a:pt x="271" y="45"/>
                    <a:pt x="266" y="57"/>
                  </a:cubicBezTo>
                  <a:cubicBezTo>
                    <a:pt x="262" y="46"/>
                    <a:pt x="243" y="11"/>
                    <a:pt x="174" y="5"/>
                  </a:cubicBezTo>
                  <a:cubicBezTo>
                    <a:pt x="109" y="0"/>
                    <a:pt x="67" y="50"/>
                    <a:pt x="67" y="5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0"/>
                    <a:pt x="71" y="192"/>
                    <a:pt x="170" y="215"/>
                  </a:cubicBezTo>
                  <a:cubicBezTo>
                    <a:pt x="226" y="229"/>
                    <a:pt x="256" y="273"/>
                    <a:pt x="265" y="286"/>
                  </a:cubicBezTo>
                  <a:cubicBezTo>
                    <a:pt x="265" y="287"/>
                    <a:pt x="265" y="287"/>
                    <a:pt x="266" y="287"/>
                  </a:cubicBezTo>
                  <a:cubicBezTo>
                    <a:pt x="266" y="288"/>
                    <a:pt x="267" y="288"/>
                    <a:pt x="267" y="286"/>
                  </a:cubicBezTo>
                  <a:cubicBezTo>
                    <a:pt x="275" y="273"/>
                    <a:pt x="306" y="229"/>
                    <a:pt x="362" y="215"/>
                  </a:cubicBezTo>
                  <a:cubicBezTo>
                    <a:pt x="461" y="192"/>
                    <a:pt x="532" y="240"/>
                    <a:pt x="532" y="240"/>
                  </a:cubicBezTo>
                  <a:lnTo>
                    <a:pt x="466" y="50"/>
                  </a:lnTo>
                  <a:close/>
                </a:path>
              </a:pathLst>
            </a:custGeom>
            <a:solidFill>
              <a:srgbClr val="F3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íŝliḑè">
              <a:extLst>
                <a:ext uri="{FF2B5EF4-FFF2-40B4-BE49-F238E27FC236}">
                  <a16:creationId xmlns:a16="http://schemas.microsoft.com/office/drawing/2014/main" id="{97FA3F58-1A48-432C-AD8B-CEA4FD2B440D}"/>
                </a:ext>
              </a:extLst>
            </p:cNvPr>
            <p:cNvSpPr/>
            <p:nvPr userDrawn="1"/>
          </p:nvSpPr>
          <p:spPr bwMode="auto">
            <a:xfrm>
              <a:off x="6538913" y="4679950"/>
              <a:ext cx="774700" cy="293688"/>
            </a:xfrm>
            <a:custGeom>
              <a:avLst/>
              <a:gdLst>
                <a:gd name="T0" fmla="*/ 231 w 235"/>
                <a:gd name="T1" fmla="*/ 73 h 89"/>
                <a:gd name="T2" fmla="*/ 110 w 235"/>
                <a:gd name="T3" fmla="*/ 73 h 89"/>
                <a:gd name="T4" fmla="*/ 4 w 235"/>
                <a:gd name="T5" fmla="*/ 16 h 89"/>
                <a:gd name="T6" fmla="*/ 125 w 235"/>
                <a:gd name="T7" fmla="*/ 16 h 89"/>
                <a:gd name="T8" fmla="*/ 231 w 235"/>
                <a:gd name="T9" fmla="*/ 7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89">
                  <a:moveTo>
                    <a:pt x="231" y="73"/>
                  </a:moveTo>
                  <a:cubicBezTo>
                    <a:pt x="227" y="89"/>
                    <a:pt x="173" y="89"/>
                    <a:pt x="110" y="73"/>
                  </a:cubicBezTo>
                  <a:cubicBezTo>
                    <a:pt x="48" y="58"/>
                    <a:pt x="0" y="32"/>
                    <a:pt x="4" y="16"/>
                  </a:cubicBezTo>
                  <a:cubicBezTo>
                    <a:pt x="8" y="0"/>
                    <a:pt x="62" y="0"/>
                    <a:pt x="125" y="16"/>
                  </a:cubicBezTo>
                  <a:cubicBezTo>
                    <a:pt x="187" y="31"/>
                    <a:pt x="235" y="57"/>
                    <a:pt x="231" y="73"/>
                  </a:cubicBezTo>
                  <a:close/>
                </a:path>
              </a:pathLst>
            </a:custGeom>
            <a:solidFill>
              <a:srgbClr val="E0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ṥļîdé">
              <a:extLst>
                <a:ext uri="{FF2B5EF4-FFF2-40B4-BE49-F238E27FC236}">
                  <a16:creationId xmlns:a16="http://schemas.microsoft.com/office/drawing/2014/main" id="{777A2374-9ABE-45BD-A2F7-79AF8D03B90F}"/>
                </a:ext>
              </a:extLst>
            </p:cNvPr>
            <p:cNvSpPr/>
            <p:nvPr userDrawn="1"/>
          </p:nvSpPr>
          <p:spPr bwMode="auto">
            <a:xfrm>
              <a:off x="5994401" y="5160963"/>
              <a:ext cx="55563" cy="207963"/>
            </a:xfrm>
            <a:custGeom>
              <a:avLst/>
              <a:gdLst>
                <a:gd name="T0" fmla="*/ 0 w 35"/>
                <a:gd name="T1" fmla="*/ 0 h 131"/>
                <a:gd name="T2" fmla="*/ 0 w 35"/>
                <a:gd name="T3" fmla="*/ 131 h 131"/>
                <a:gd name="T4" fmla="*/ 16 w 35"/>
                <a:gd name="T5" fmla="*/ 123 h 131"/>
                <a:gd name="T6" fmla="*/ 35 w 35"/>
                <a:gd name="T7" fmla="*/ 131 h 131"/>
                <a:gd name="T8" fmla="*/ 35 w 35"/>
                <a:gd name="T9" fmla="*/ 11 h 131"/>
                <a:gd name="T10" fmla="*/ 0 w 35"/>
                <a:gd name="T1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31">
                  <a:moveTo>
                    <a:pt x="0" y="0"/>
                  </a:moveTo>
                  <a:lnTo>
                    <a:pt x="0" y="131"/>
                  </a:lnTo>
                  <a:lnTo>
                    <a:pt x="16" y="123"/>
                  </a:lnTo>
                  <a:lnTo>
                    <a:pt x="35" y="131"/>
                  </a:lnTo>
                  <a:lnTo>
                    <a:pt x="3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iŝľïḋe">
              <a:extLst>
                <a:ext uri="{FF2B5EF4-FFF2-40B4-BE49-F238E27FC236}">
                  <a16:creationId xmlns:a16="http://schemas.microsoft.com/office/drawing/2014/main" id="{0EA4E4F1-2CB6-4526-8BDE-DB21170D6200}"/>
                </a:ext>
              </a:extLst>
            </p:cNvPr>
            <p:cNvSpPr/>
            <p:nvPr userDrawn="1"/>
          </p:nvSpPr>
          <p:spPr bwMode="auto">
            <a:xfrm>
              <a:off x="5395913" y="4370388"/>
              <a:ext cx="881063" cy="949325"/>
            </a:xfrm>
            <a:custGeom>
              <a:avLst/>
              <a:gdLst>
                <a:gd name="T0" fmla="*/ 267 w 267"/>
                <a:gd name="T1" fmla="*/ 287 h 288"/>
                <a:gd name="T2" fmla="*/ 267 w 267"/>
                <a:gd name="T3" fmla="*/ 55 h 288"/>
                <a:gd name="T4" fmla="*/ 266 w 267"/>
                <a:gd name="T5" fmla="*/ 57 h 288"/>
                <a:gd name="T6" fmla="*/ 174 w 267"/>
                <a:gd name="T7" fmla="*/ 5 h 288"/>
                <a:gd name="T8" fmla="*/ 67 w 267"/>
                <a:gd name="T9" fmla="*/ 50 h 288"/>
                <a:gd name="T10" fmla="*/ 0 w 267"/>
                <a:gd name="T11" fmla="*/ 240 h 288"/>
                <a:gd name="T12" fmla="*/ 170 w 267"/>
                <a:gd name="T13" fmla="*/ 215 h 288"/>
                <a:gd name="T14" fmla="*/ 265 w 267"/>
                <a:gd name="T15" fmla="*/ 286 h 288"/>
                <a:gd name="T16" fmla="*/ 266 w 267"/>
                <a:gd name="T17" fmla="*/ 287 h 288"/>
                <a:gd name="T18" fmla="*/ 267 w 267"/>
                <a:gd name="T19" fmla="*/ 287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7" h="288">
                  <a:moveTo>
                    <a:pt x="267" y="287"/>
                  </a:moveTo>
                  <a:cubicBezTo>
                    <a:pt x="267" y="55"/>
                    <a:pt x="267" y="55"/>
                    <a:pt x="267" y="55"/>
                  </a:cubicBezTo>
                  <a:cubicBezTo>
                    <a:pt x="267" y="56"/>
                    <a:pt x="266" y="57"/>
                    <a:pt x="266" y="57"/>
                  </a:cubicBezTo>
                  <a:cubicBezTo>
                    <a:pt x="262" y="46"/>
                    <a:pt x="243" y="11"/>
                    <a:pt x="174" y="5"/>
                  </a:cubicBezTo>
                  <a:cubicBezTo>
                    <a:pt x="109" y="0"/>
                    <a:pt x="67" y="50"/>
                    <a:pt x="67" y="5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0"/>
                    <a:pt x="71" y="192"/>
                    <a:pt x="170" y="215"/>
                  </a:cubicBezTo>
                  <a:cubicBezTo>
                    <a:pt x="226" y="229"/>
                    <a:pt x="256" y="273"/>
                    <a:pt x="265" y="286"/>
                  </a:cubicBezTo>
                  <a:cubicBezTo>
                    <a:pt x="265" y="287"/>
                    <a:pt x="265" y="287"/>
                    <a:pt x="266" y="287"/>
                  </a:cubicBezTo>
                  <a:cubicBezTo>
                    <a:pt x="266" y="287"/>
                    <a:pt x="266" y="288"/>
                    <a:pt x="267" y="287"/>
                  </a:cubicBezTo>
                  <a:close/>
                </a:path>
              </a:pathLst>
            </a:custGeom>
            <a:solidFill>
              <a:srgbClr val="E0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s1iḑè">
              <a:extLst>
                <a:ext uri="{FF2B5EF4-FFF2-40B4-BE49-F238E27FC236}">
                  <a16:creationId xmlns:a16="http://schemas.microsoft.com/office/drawing/2014/main" id="{2CBCAF25-EF06-4F44-A7BC-EDD9F018E7A2}"/>
                </a:ext>
              </a:extLst>
            </p:cNvPr>
            <p:cNvSpPr/>
            <p:nvPr userDrawn="1"/>
          </p:nvSpPr>
          <p:spPr bwMode="auto">
            <a:xfrm>
              <a:off x="6294438" y="3136900"/>
              <a:ext cx="471488" cy="477838"/>
            </a:xfrm>
            <a:custGeom>
              <a:avLst/>
              <a:gdLst>
                <a:gd name="T0" fmla="*/ 135 w 143"/>
                <a:gd name="T1" fmla="*/ 57 h 145"/>
                <a:gd name="T2" fmla="*/ 56 w 143"/>
                <a:gd name="T3" fmla="*/ 8 h 145"/>
                <a:gd name="T4" fmla="*/ 8 w 143"/>
                <a:gd name="T5" fmla="*/ 88 h 145"/>
                <a:gd name="T6" fmla="*/ 86 w 143"/>
                <a:gd name="T7" fmla="*/ 136 h 145"/>
                <a:gd name="T8" fmla="*/ 135 w 143"/>
                <a:gd name="T9" fmla="*/ 5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145">
                  <a:moveTo>
                    <a:pt x="135" y="57"/>
                  </a:moveTo>
                  <a:cubicBezTo>
                    <a:pt x="126" y="22"/>
                    <a:pt x="91" y="0"/>
                    <a:pt x="56" y="8"/>
                  </a:cubicBezTo>
                  <a:cubicBezTo>
                    <a:pt x="21" y="17"/>
                    <a:pt x="0" y="52"/>
                    <a:pt x="8" y="88"/>
                  </a:cubicBezTo>
                  <a:cubicBezTo>
                    <a:pt x="17" y="123"/>
                    <a:pt x="52" y="145"/>
                    <a:pt x="86" y="136"/>
                  </a:cubicBezTo>
                  <a:cubicBezTo>
                    <a:pt x="121" y="128"/>
                    <a:pt x="143" y="92"/>
                    <a:pt x="135" y="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ḷïḑè">
              <a:extLst>
                <a:ext uri="{FF2B5EF4-FFF2-40B4-BE49-F238E27FC236}">
                  <a16:creationId xmlns:a16="http://schemas.microsoft.com/office/drawing/2014/main" id="{9006A485-B5BB-41B2-8A62-6C4445EA9916}"/>
                </a:ext>
              </a:extLst>
            </p:cNvPr>
            <p:cNvSpPr/>
            <p:nvPr userDrawn="1"/>
          </p:nvSpPr>
          <p:spPr bwMode="auto">
            <a:xfrm>
              <a:off x="6426201" y="3235325"/>
              <a:ext cx="146050" cy="79375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sḻïḑê">
              <a:extLst>
                <a:ext uri="{FF2B5EF4-FFF2-40B4-BE49-F238E27FC236}">
                  <a16:creationId xmlns:a16="http://schemas.microsoft.com/office/drawing/2014/main" id="{394F476E-A072-4F0B-8E09-861131770291}"/>
                </a:ext>
              </a:extLst>
            </p:cNvPr>
            <p:cNvSpPr/>
            <p:nvPr userDrawn="1"/>
          </p:nvSpPr>
          <p:spPr bwMode="auto">
            <a:xfrm>
              <a:off x="6499226" y="3565525"/>
              <a:ext cx="98425" cy="26988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í$ļîḋê">
              <a:extLst>
                <a:ext uri="{FF2B5EF4-FFF2-40B4-BE49-F238E27FC236}">
                  <a16:creationId xmlns:a16="http://schemas.microsoft.com/office/drawing/2014/main" id="{E454975C-6783-4AC9-9682-49586512699F}"/>
                </a:ext>
              </a:extLst>
            </p:cNvPr>
            <p:cNvSpPr/>
            <p:nvPr userDrawn="1"/>
          </p:nvSpPr>
          <p:spPr bwMode="auto">
            <a:xfrm>
              <a:off x="6630195" y="3296444"/>
              <a:ext cx="117475" cy="122238"/>
            </a:xfrm>
            <a:prstGeom prst="ellipse">
              <a:avLst/>
            </a:prstGeom>
            <a:solidFill>
              <a:srgbClr val="B9E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îşliḋê">
              <a:extLst>
                <a:ext uri="{FF2B5EF4-FFF2-40B4-BE49-F238E27FC236}">
                  <a16:creationId xmlns:a16="http://schemas.microsoft.com/office/drawing/2014/main" id="{4E07EEBC-4ABC-4DEE-A3B7-848EDE82ACF7}"/>
                </a:ext>
              </a:extLst>
            </p:cNvPr>
            <p:cNvSpPr/>
            <p:nvPr userDrawn="1"/>
          </p:nvSpPr>
          <p:spPr bwMode="auto">
            <a:xfrm>
              <a:off x="6321426" y="3367087"/>
              <a:ext cx="128588" cy="128588"/>
            </a:xfrm>
            <a:prstGeom prst="ellipse">
              <a:avLst/>
            </a:pr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ŝ1îḑê">
              <a:extLst>
                <a:ext uri="{FF2B5EF4-FFF2-40B4-BE49-F238E27FC236}">
                  <a16:creationId xmlns:a16="http://schemas.microsoft.com/office/drawing/2014/main" id="{0E73DF45-0B49-40A1-908A-88F89ADC53D1}"/>
                </a:ext>
              </a:extLst>
            </p:cNvPr>
            <p:cNvSpPr/>
            <p:nvPr userDrawn="1"/>
          </p:nvSpPr>
          <p:spPr bwMode="auto">
            <a:xfrm>
              <a:off x="3884613" y="4003675"/>
              <a:ext cx="788988" cy="785813"/>
            </a:xfrm>
            <a:custGeom>
              <a:avLst/>
              <a:gdLst>
                <a:gd name="T0" fmla="*/ 0 w 239"/>
                <a:gd name="T1" fmla="*/ 120 h 238"/>
                <a:gd name="T2" fmla="*/ 120 w 239"/>
                <a:gd name="T3" fmla="*/ 238 h 238"/>
                <a:gd name="T4" fmla="*/ 238 w 239"/>
                <a:gd name="T5" fmla="*/ 118 h 238"/>
                <a:gd name="T6" fmla="*/ 119 w 239"/>
                <a:gd name="T7" fmla="*/ 0 h 238"/>
                <a:gd name="T8" fmla="*/ 0 w 239"/>
                <a:gd name="T9" fmla="*/ 12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238">
                  <a:moveTo>
                    <a:pt x="0" y="120"/>
                  </a:moveTo>
                  <a:cubicBezTo>
                    <a:pt x="1" y="185"/>
                    <a:pt x="54" y="238"/>
                    <a:pt x="120" y="238"/>
                  </a:cubicBezTo>
                  <a:cubicBezTo>
                    <a:pt x="186" y="237"/>
                    <a:pt x="239" y="184"/>
                    <a:pt x="238" y="118"/>
                  </a:cubicBezTo>
                  <a:cubicBezTo>
                    <a:pt x="238" y="53"/>
                    <a:pt x="184" y="0"/>
                    <a:pt x="119" y="0"/>
                  </a:cubicBezTo>
                  <a:cubicBezTo>
                    <a:pt x="53" y="0"/>
                    <a:pt x="0" y="54"/>
                    <a:pt x="0" y="120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ś1ïdè">
              <a:extLst>
                <a:ext uri="{FF2B5EF4-FFF2-40B4-BE49-F238E27FC236}">
                  <a16:creationId xmlns:a16="http://schemas.microsoft.com/office/drawing/2014/main" id="{E069A859-DAE9-44D0-880D-860E8D633EE0}"/>
                </a:ext>
              </a:extLst>
            </p:cNvPr>
            <p:cNvSpPr/>
            <p:nvPr userDrawn="1"/>
          </p:nvSpPr>
          <p:spPr bwMode="auto">
            <a:xfrm>
              <a:off x="4102101" y="4214813"/>
              <a:ext cx="568325" cy="508000"/>
            </a:xfrm>
            <a:custGeom>
              <a:avLst/>
              <a:gdLst>
                <a:gd name="T0" fmla="*/ 18 w 172"/>
                <a:gd name="T1" fmla="*/ 95 h 154"/>
                <a:gd name="T2" fmla="*/ 88 w 172"/>
                <a:gd name="T3" fmla="*/ 103 h 154"/>
                <a:gd name="T4" fmla="*/ 78 w 172"/>
                <a:gd name="T5" fmla="*/ 92 h 154"/>
                <a:gd name="T6" fmla="*/ 139 w 172"/>
                <a:gd name="T7" fmla="*/ 96 h 154"/>
                <a:gd name="T8" fmla="*/ 114 w 172"/>
                <a:gd name="T9" fmla="*/ 78 h 154"/>
                <a:gd name="T10" fmla="*/ 96 w 172"/>
                <a:gd name="T11" fmla="*/ 67 h 154"/>
                <a:gd name="T12" fmla="*/ 128 w 172"/>
                <a:gd name="T13" fmla="*/ 64 h 154"/>
                <a:gd name="T14" fmla="*/ 107 w 172"/>
                <a:gd name="T15" fmla="*/ 54 h 154"/>
                <a:gd name="T16" fmla="*/ 67 w 172"/>
                <a:gd name="T17" fmla="*/ 47 h 154"/>
                <a:gd name="T18" fmla="*/ 79 w 172"/>
                <a:gd name="T19" fmla="*/ 37 h 154"/>
                <a:gd name="T20" fmla="*/ 122 w 172"/>
                <a:gd name="T21" fmla="*/ 35 h 154"/>
                <a:gd name="T22" fmla="*/ 105 w 172"/>
                <a:gd name="T23" fmla="*/ 28 h 154"/>
                <a:gd name="T24" fmla="*/ 130 w 172"/>
                <a:gd name="T25" fmla="*/ 18 h 154"/>
                <a:gd name="T26" fmla="*/ 159 w 172"/>
                <a:gd name="T27" fmla="*/ 0 h 154"/>
                <a:gd name="T28" fmla="*/ 172 w 172"/>
                <a:gd name="T29" fmla="*/ 54 h 154"/>
                <a:gd name="T30" fmla="*/ 119 w 172"/>
                <a:gd name="T31" fmla="*/ 154 h 154"/>
                <a:gd name="T32" fmla="*/ 99 w 172"/>
                <a:gd name="T33" fmla="*/ 150 h 154"/>
                <a:gd name="T34" fmla="*/ 86 w 172"/>
                <a:gd name="T35" fmla="*/ 137 h 154"/>
                <a:gd name="T36" fmla="*/ 126 w 172"/>
                <a:gd name="T37" fmla="*/ 138 h 154"/>
                <a:gd name="T38" fmla="*/ 89 w 172"/>
                <a:gd name="T39" fmla="*/ 126 h 154"/>
                <a:gd name="T40" fmla="*/ 26 w 172"/>
                <a:gd name="T41" fmla="*/ 110 h 154"/>
                <a:gd name="T42" fmla="*/ 18 w 172"/>
                <a:gd name="T43" fmla="*/ 9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2" h="154">
                  <a:moveTo>
                    <a:pt x="18" y="95"/>
                  </a:moveTo>
                  <a:cubicBezTo>
                    <a:pt x="37" y="102"/>
                    <a:pt x="81" y="104"/>
                    <a:pt x="88" y="103"/>
                  </a:cubicBezTo>
                  <a:cubicBezTo>
                    <a:pt x="94" y="102"/>
                    <a:pt x="82" y="98"/>
                    <a:pt x="78" y="92"/>
                  </a:cubicBezTo>
                  <a:cubicBezTo>
                    <a:pt x="73" y="87"/>
                    <a:pt x="121" y="97"/>
                    <a:pt x="139" y="96"/>
                  </a:cubicBezTo>
                  <a:cubicBezTo>
                    <a:pt x="156" y="95"/>
                    <a:pt x="131" y="82"/>
                    <a:pt x="114" y="78"/>
                  </a:cubicBezTo>
                  <a:cubicBezTo>
                    <a:pt x="97" y="74"/>
                    <a:pt x="101" y="70"/>
                    <a:pt x="96" y="67"/>
                  </a:cubicBezTo>
                  <a:cubicBezTo>
                    <a:pt x="92" y="64"/>
                    <a:pt x="116" y="65"/>
                    <a:pt x="128" y="64"/>
                  </a:cubicBezTo>
                  <a:cubicBezTo>
                    <a:pt x="139" y="64"/>
                    <a:pt x="114" y="55"/>
                    <a:pt x="107" y="54"/>
                  </a:cubicBezTo>
                  <a:cubicBezTo>
                    <a:pt x="101" y="54"/>
                    <a:pt x="87" y="52"/>
                    <a:pt x="67" y="47"/>
                  </a:cubicBezTo>
                  <a:cubicBezTo>
                    <a:pt x="46" y="41"/>
                    <a:pt x="54" y="35"/>
                    <a:pt x="79" y="37"/>
                  </a:cubicBezTo>
                  <a:cubicBezTo>
                    <a:pt x="105" y="40"/>
                    <a:pt x="117" y="36"/>
                    <a:pt x="122" y="35"/>
                  </a:cubicBezTo>
                  <a:cubicBezTo>
                    <a:pt x="127" y="34"/>
                    <a:pt x="115" y="32"/>
                    <a:pt x="105" y="28"/>
                  </a:cubicBezTo>
                  <a:cubicBezTo>
                    <a:pt x="95" y="24"/>
                    <a:pt x="109" y="17"/>
                    <a:pt x="130" y="18"/>
                  </a:cubicBezTo>
                  <a:cubicBezTo>
                    <a:pt x="148" y="18"/>
                    <a:pt x="157" y="3"/>
                    <a:pt x="159" y="0"/>
                  </a:cubicBezTo>
                  <a:cubicBezTo>
                    <a:pt x="167" y="16"/>
                    <a:pt x="172" y="35"/>
                    <a:pt x="172" y="54"/>
                  </a:cubicBezTo>
                  <a:cubicBezTo>
                    <a:pt x="172" y="96"/>
                    <a:pt x="151" y="133"/>
                    <a:pt x="119" y="154"/>
                  </a:cubicBezTo>
                  <a:cubicBezTo>
                    <a:pt x="112" y="153"/>
                    <a:pt x="105" y="151"/>
                    <a:pt x="99" y="150"/>
                  </a:cubicBezTo>
                  <a:cubicBezTo>
                    <a:pt x="83" y="146"/>
                    <a:pt x="79" y="135"/>
                    <a:pt x="86" y="137"/>
                  </a:cubicBezTo>
                  <a:cubicBezTo>
                    <a:pt x="93" y="140"/>
                    <a:pt x="116" y="139"/>
                    <a:pt x="126" y="138"/>
                  </a:cubicBezTo>
                  <a:cubicBezTo>
                    <a:pt x="135" y="137"/>
                    <a:pt x="111" y="131"/>
                    <a:pt x="89" y="126"/>
                  </a:cubicBezTo>
                  <a:cubicBezTo>
                    <a:pt x="67" y="121"/>
                    <a:pt x="45" y="116"/>
                    <a:pt x="26" y="110"/>
                  </a:cubicBezTo>
                  <a:cubicBezTo>
                    <a:pt x="8" y="105"/>
                    <a:pt x="0" y="88"/>
                    <a:pt x="18" y="95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śḻíḑê">
              <a:extLst>
                <a:ext uri="{FF2B5EF4-FFF2-40B4-BE49-F238E27FC236}">
                  <a16:creationId xmlns:a16="http://schemas.microsoft.com/office/drawing/2014/main" id="{3EDE04A8-C7B9-4C77-A752-674DF4164E25}"/>
                </a:ext>
              </a:extLst>
            </p:cNvPr>
            <p:cNvSpPr/>
            <p:nvPr userDrawn="1"/>
          </p:nvSpPr>
          <p:spPr bwMode="auto">
            <a:xfrm>
              <a:off x="3887788" y="4135438"/>
              <a:ext cx="333375" cy="293688"/>
            </a:xfrm>
            <a:custGeom>
              <a:avLst/>
              <a:gdLst>
                <a:gd name="T0" fmla="*/ 30 w 101"/>
                <a:gd name="T1" fmla="*/ 0 h 89"/>
                <a:gd name="T2" fmla="*/ 72 w 101"/>
                <a:gd name="T3" fmla="*/ 44 h 89"/>
                <a:gd name="T4" fmla="*/ 64 w 101"/>
                <a:gd name="T5" fmla="*/ 52 h 89"/>
                <a:gd name="T6" fmla="*/ 41 w 101"/>
                <a:gd name="T7" fmla="*/ 44 h 89"/>
                <a:gd name="T8" fmla="*/ 55 w 101"/>
                <a:gd name="T9" fmla="*/ 61 h 89"/>
                <a:gd name="T10" fmla="*/ 35 w 101"/>
                <a:gd name="T11" fmla="*/ 60 h 89"/>
                <a:gd name="T12" fmla="*/ 23 w 101"/>
                <a:gd name="T13" fmla="*/ 70 h 89"/>
                <a:gd name="T14" fmla="*/ 15 w 101"/>
                <a:gd name="T15" fmla="*/ 82 h 89"/>
                <a:gd name="T16" fmla="*/ 0 w 101"/>
                <a:gd name="T17" fmla="*/ 73 h 89"/>
                <a:gd name="T18" fmla="*/ 30 w 101"/>
                <a:gd name="T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89">
                  <a:moveTo>
                    <a:pt x="30" y="0"/>
                  </a:moveTo>
                  <a:cubicBezTo>
                    <a:pt x="32" y="5"/>
                    <a:pt x="46" y="33"/>
                    <a:pt x="72" y="44"/>
                  </a:cubicBezTo>
                  <a:cubicBezTo>
                    <a:pt x="101" y="56"/>
                    <a:pt x="76" y="56"/>
                    <a:pt x="64" y="52"/>
                  </a:cubicBezTo>
                  <a:cubicBezTo>
                    <a:pt x="52" y="49"/>
                    <a:pt x="35" y="37"/>
                    <a:pt x="41" y="44"/>
                  </a:cubicBezTo>
                  <a:cubicBezTo>
                    <a:pt x="47" y="51"/>
                    <a:pt x="51" y="57"/>
                    <a:pt x="55" y="61"/>
                  </a:cubicBezTo>
                  <a:cubicBezTo>
                    <a:pt x="60" y="64"/>
                    <a:pt x="48" y="64"/>
                    <a:pt x="35" y="60"/>
                  </a:cubicBezTo>
                  <a:cubicBezTo>
                    <a:pt x="23" y="56"/>
                    <a:pt x="13" y="59"/>
                    <a:pt x="23" y="70"/>
                  </a:cubicBezTo>
                  <a:cubicBezTo>
                    <a:pt x="34" y="81"/>
                    <a:pt x="29" y="89"/>
                    <a:pt x="15" y="82"/>
                  </a:cubicBezTo>
                  <a:cubicBezTo>
                    <a:pt x="10" y="80"/>
                    <a:pt x="4" y="76"/>
                    <a:pt x="0" y="73"/>
                  </a:cubicBezTo>
                  <a:cubicBezTo>
                    <a:pt x="1" y="45"/>
                    <a:pt x="12" y="19"/>
                    <a:pt x="30" y="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ṡ1îḍe">
              <a:extLst>
                <a:ext uri="{FF2B5EF4-FFF2-40B4-BE49-F238E27FC236}">
                  <a16:creationId xmlns:a16="http://schemas.microsoft.com/office/drawing/2014/main" id="{7B3AF330-E03D-4E60-BBA2-C9A1AD28B4A8}"/>
                </a:ext>
              </a:extLst>
            </p:cNvPr>
            <p:cNvSpPr/>
            <p:nvPr userDrawn="1"/>
          </p:nvSpPr>
          <p:spPr bwMode="auto">
            <a:xfrm>
              <a:off x="3900488" y="4535488"/>
              <a:ext cx="244475" cy="104775"/>
            </a:xfrm>
            <a:custGeom>
              <a:avLst/>
              <a:gdLst>
                <a:gd name="T0" fmla="*/ 15 w 74"/>
                <a:gd name="T1" fmla="*/ 0 h 32"/>
                <a:gd name="T2" fmla="*/ 52 w 74"/>
                <a:gd name="T3" fmla="*/ 19 h 32"/>
                <a:gd name="T4" fmla="*/ 57 w 74"/>
                <a:gd name="T5" fmla="*/ 29 h 32"/>
                <a:gd name="T6" fmla="*/ 15 w 7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" h="32">
                  <a:moveTo>
                    <a:pt x="15" y="0"/>
                  </a:moveTo>
                  <a:cubicBezTo>
                    <a:pt x="15" y="0"/>
                    <a:pt x="31" y="10"/>
                    <a:pt x="52" y="19"/>
                  </a:cubicBezTo>
                  <a:cubicBezTo>
                    <a:pt x="74" y="27"/>
                    <a:pt x="68" y="32"/>
                    <a:pt x="57" y="29"/>
                  </a:cubicBezTo>
                  <a:cubicBezTo>
                    <a:pt x="46" y="27"/>
                    <a:pt x="0" y="11"/>
                    <a:pt x="15" y="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îšḷiḑé">
              <a:extLst>
                <a:ext uri="{FF2B5EF4-FFF2-40B4-BE49-F238E27FC236}">
                  <a16:creationId xmlns:a16="http://schemas.microsoft.com/office/drawing/2014/main" id="{ABA17C66-F1DB-4863-AFDA-54F1B6C0771C}"/>
                </a:ext>
              </a:extLst>
            </p:cNvPr>
            <p:cNvSpPr/>
            <p:nvPr userDrawn="1"/>
          </p:nvSpPr>
          <p:spPr bwMode="auto">
            <a:xfrm>
              <a:off x="4086226" y="4422775"/>
              <a:ext cx="141288" cy="55563"/>
            </a:xfrm>
            <a:custGeom>
              <a:avLst/>
              <a:gdLst>
                <a:gd name="T0" fmla="*/ 15 w 43"/>
                <a:gd name="T1" fmla="*/ 2 h 17"/>
                <a:gd name="T2" fmla="*/ 41 w 43"/>
                <a:gd name="T3" fmla="*/ 13 h 17"/>
                <a:gd name="T4" fmla="*/ 12 w 43"/>
                <a:gd name="T5" fmla="*/ 10 h 17"/>
                <a:gd name="T6" fmla="*/ 15 w 43"/>
                <a:gd name="T7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7">
                  <a:moveTo>
                    <a:pt x="15" y="2"/>
                  </a:moveTo>
                  <a:cubicBezTo>
                    <a:pt x="17" y="2"/>
                    <a:pt x="40" y="10"/>
                    <a:pt x="41" y="13"/>
                  </a:cubicBezTo>
                  <a:cubicBezTo>
                    <a:pt x="43" y="17"/>
                    <a:pt x="16" y="12"/>
                    <a:pt x="12" y="10"/>
                  </a:cubicBezTo>
                  <a:cubicBezTo>
                    <a:pt x="8" y="8"/>
                    <a:pt x="0" y="0"/>
                    <a:pt x="15" y="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ş1ïḓê">
              <a:extLst>
                <a:ext uri="{FF2B5EF4-FFF2-40B4-BE49-F238E27FC236}">
                  <a16:creationId xmlns:a16="http://schemas.microsoft.com/office/drawing/2014/main" id="{2C4E6FC3-FB60-404B-A719-0E9076392B7D}"/>
                </a:ext>
              </a:extLst>
            </p:cNvPr>
            <p:cNvSpPr/>
            <p:nvPr userDrawn="1"/>
          </p:nvSpPr>
          <p:spPr bwMode="auto">
            <a:xfrm>
              <a:off x="4092576" y="4052888"/>
              <a:ext cx="320675" cy="142875"/>
            </a:xfrm>
            <a:custGeom>
              <a:avLst/>
              <a:gdLst>
                <a:gd name="T0" fmla="*/ 15 w 97"/>
                <a:gd name="T1" fmla="*/ 10 h 43"/>
                <a:gd name="T2" fmla="*/ 67 w 97"/>
                <a:gd name="T3" fmla="*/ 33 h 43"/>
                <a:gd name="T4" fmla="*/ 43 w 97"/>
                <a:gd name="T5" fmla="*/ 39 h 43"/>
                <a:gd name="T6" fmla="*/ 4 w 97"/>
                <a:gd name="T7" fmla="*/ 14 h 43"/>
                <a:gd name="T8" fmla="*/ 15 w 97"/>
                <a:gd name="T9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3">
                  <a:moveTo>
                    <a:pt x="15" y="10"/>
                  </a:moveTo>
                  <a:cubicBezTo>
                    <a:pt x="15" y="10"/>
                    <a:pt x="36" y="28"/>
                    <a:pt x="67" y="33"/>
                  </a:cubicBezTo>
                  <a:cubicBezTo>
                    <a:pt x="97" y="37"/>
                    <a:pt x="59" y="43"/>
                    <a:pt x="43" y="39"/>
                  </a:cubicBezTo>
                  <a:cubicBezTo>
                    <a:pt x="27" y="34"/>
                    <a:pt x="8" y="23"/>
                    <a:pt x="4" y="14"/>
                  </a:cubicBezTo>
                  <a:cubicBezTo>
                    <a:pt x="0" y="4"/>
                    <a:pt x="2" y="0"/>
                    <a:pt x="15" y="1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ṣļiḍè">
              <a:extLst>
                <a:ext uri="{FF2B5EF4-FFF2-40B4-BE49-F238E27FC236}">
                  <a16:creationId xmlns:a16="http://schemas.microsoft.com/office/drawing/2014/main" id="{9510D36F-3E7F-4C10-9A0F-24E0D517098E}"/>
                </a:ext>
              </a:extLst>
            </p:cNvPr>
            <p:cNvSpPr/>
            <p:nvPr userDrawn="1"/>
          </p:nvSpPr>
          <p:spPr bwMode="auto">
            <a:xfrm>
              <a:off x="5818188" y="2771775"/>
              <a:ext cx="381000" cy="481013"/>
            </a:xfrm>
            <a:custGeom>
              <a:avLst/>
              <a:gdLst>
                <a:gd name="T0" fmla="*/ 66 w 115"/>
                <a:gd name="T1" fmla="*/ 0 h 146"/>
                <a:gd name="T2" fmla="*/ 103 w 115"/>
                <a:gd name="T3" fmla="*/ 35 h 146"/>
                <a:gd name="T4" fmla="*/ 20 w 115"/>
                <a:gd name="T5" fmla="*/ 137 h 146"/>
                <a:gd name="T6" fmla="*/ 10 w 115"/>
                <a:gd name="T7" fmla="*/ 114 h 146"/>
                <a:gd name="T8" fmla="*/ 29 w 115"/>
                <a:gd name="T9" fmla="*/ 61 h 146"/>
                <a:gd name="T10" fmla="*/ 66 w 115"/>
                <a:gd name="T1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146">
                  <a:moveTo>
                    <a:pt x="66" y="0"/>
                  </a:moveTo>
                  <a:cubicBezTo>
                    <a:pt x="66" y="0"/>
                    <a:pt x="115" y="0"/>
                    <a:pt x="103" y="35"/>
                  </a:cubicBezTo>
                  <a:cubicBezTo>
                    <a:pt x="92" y="71"/>
                    <a:pt x="40" y="128"/>
                    <a:pt x="20" y="137"/>
                  </a:cubicBezTo>
                  <a:cubicBezTo>
                    <a:pt x="0" y="146"/>
                    <a:pt x="7" y="119"/>
                    <a:pt x="10" y="114"/>
                  </a:cubicBezTo>
                  <a:cubicBezTo>
                    <a:pt x="12" y="109"/>
                    <a:pt x="35" y="65"/>
                    <a:pt x="29" y="61"/>
                  </a:cubicBezTo>
                  <a:cubicBezTo>
                    <a:pt x="23" y="58"/>
                    <a:pt x="38" y="8"/>
                    <a:pt x="66" y="0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ïṩ1íďê">
              <a:extLst>
                <a:ext uri="{FF2B5EF4-FFF2-40B4-BE49-F238E27FC236}">
                  <a16:creationId xmlns:a16="http://schemas.microsoft.com/office/drawing/2014/main" id="{EC9FF60D-6A3B-4417-B101-65DD3E90E8FA}"/>
                </a:ext>
              </a:extLst>
            </p:cNvPr>
            <p:cNvSpPr/>
            <p:nvPr userDrawn="1"/>
          </p:nvSpPr>
          <p:spPr bwMode="auto">
            <a:xfrm>
              <a:off x="5422901" y="3028950"/>
              <a:ext cx="342900" cy="530225"/>
            </a:xfrm>
            <a:custGeom>
              <a:avLst/>
              <a:gdLst>
                <a:gd name="T0" fmla="*/ 61 w 104"/>
                <a:gd name="T1" fmla="*/ 0 h 161"/>
                <a:gd name="T2" fmla="*/ 11 w 104"/>
                <a:gd name="T3" fmla="*/ 64 h 161"/>
                <a:gd name="T4" fmla="*/ 21 w 104"/>
                <a:gd name="T5" fmla="*/ 76 h 161"/>
                <a:gd name="T6" fmla="*/ 7 w 104"/>
                <a:gd name="T7" fmla="*/ 132 h 161"/>
                <a:gd name="T8" fmla="*/ 33 w 104"/>
                <a:gd name="T9" fmla="*/ 116 h 161"/>
                <a:gd name="T10" fmla="*/ 42 w 104"/>
                <a:gd name="T11" fmla="*/ 141 h 161"/>
                <a:gd name="T12" fmla="*/ 74 w 104"/>
                <a:gd name="T13" fmla="*/ 88 h 161"/>
                <a:gd name="T14" fmla="*/ 74 w 104"/>
                <a:gd name="T15" fmla="*/ 109 h 161"/>
                <a:gd name="T16" fmla="*/ 104 w 104"/>
                <a:gd name="T17" fmla="*/ 25 h 161"/>
                <a:gd name="T18" fmla="*/ 61 w 104"/>
                <a:gd name="T1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61">
                  <a:moveTo>
                    <a:pt x="61" y="0"/>
                  </a:moveTo>
                  <a:cubicBezTo>
                    <a:pt x="61" y="0"/>
                    <a:pt x="23" y="35"/>
                    <a:pt x="11" y="64"/>
                  </a:cubicBezTo>
                  <a:cubicBezTo>
                    <a:pt x="0" y="92"/>
                    <a:pt x="21" y="76"/>
                    <a:pt x="21" y="76"/>
                  </a:cubicBezTo>
                  <a:cubicBezTo>
                    <a:pt x="21" y="76"/>
                    <a:pt x="10" y="102"/>
                    <a:pt x="7" y="132"/>
                  </a:cubicBezTo>
                  <a:cubicBezTo>
                    <a:pt x="4" y="161"/>
                    <a:pt x="33" y="116"/>
                    <a:pt x="33" y="116"/>
                  </a:cubicBezTo>
                  <a:cubicBezTo>
                    <a:pt x="33" y="116"/>
                    <a:pt x="29" y="156"/>
                    <a:pt x="42" y="141"/>
                  </a:cubicBezTo>
                  <a:cubicBezTo>
                    <a:pt x="55" y="126"/>
                    <a:pt x="74" y="88"/>
                    <a:pt x="74" y="88"/>
                  </a:cubicBezTo>
                  <a:cubicBezTo>
                    <a:pt x="74" y="88"/>
                    <a:pt x="61" y="128"/>
                    <a:pt x="74" y="109"/>
                  </a:cubicBezTo>
                  <a:cubicBezTo>
                    <a:pt x="87" y="91"/>
                    <a:pt x="104" y="25"/>
                    <a:pt x="104" y="25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i$ľíḋê">
              <a:extLst>
                <a:ext uri="{FF2B5EF4-FFF2-40B4-BE49-F238E27FC236}">
                  <a16:creationId xmlns:a16="http://schemas.microsoft.com/office/drawing/2014/main" id="{A8F3B390-5670-4DE7-8CDC-5D9C67333542}"/>
                </a:ext>
              </a:extLst>
            </p:cNvPr>
            <p:cNvSpPr/>
            <p:nvPr userDrawn="1"/>
          </p:nvSpPr>
          <p:spPr bwMode="auto">
            <a:xfrm>
              <a:off x="5492751" y="3071813"/>
              <a:ext cx="239713" cy="285750"/>
            </a:xfrm>
            <a:custGeom>
              <a:avLst/>
              <a:gdLst>
                <a:gd name="T0" fmla="*/ 40 w 73"/>
                <a:gd name="T1" fmla="*/ 0 h 87"/>
                <a:gd name="T2" fmla="*/ 17 w 73"/>
                <a:gd name="T3" fmla="*/ 45 h 87"/>
                <a:gd name="T4" fmla="*/ 32 w 73"/>
                <a:gd name="T5" fmla="*/ 38 h 87"/>
                <a:gd name="T6" fmla="*/ 20 w 73"/>
                <a:gd name="T7" fmla="*/ 80 h 87"/>
                <a:gd name="T8" fmla="*/ 39 w 73"/>
                <a:gd name="T9" fmla="*/ 60 h 87"/>
                <a:gd name="T10" fmla="*/ 41 w 73"/>
                <a:gd name="T11" fmla="*/ 76 h 87"/>
                <a:gd name="T12" fmla="*/ 59 w 73"/>
                <a:gd name="T13" fmla="*/ 49 h 87"/>
                <a:gd name="T14" fmla="*/ 63 w 73"/>
                <a:gd name="T15" fmla="*/ 56 h 87"/>
                <a:gd name="T16" fmla="*/ 73 w 73"/>
                <a:gd name="T17" fmla="*/ 16 h 87"/>
                <a:gd name="T18" fmla="*/ 40 w 73"/>
                <a:gd name="T1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87">
                  <a:moveTo>
                    <a:pt x="40" y="0"/>
                  </a:moveTo>
                  <a:cubicBezTo>
                    <a:pt x="40" y="0"/>
                    <a:pt x="0" y="52"/>
                    <a:pt x="17" y="45"/>
                  </a:cubicBezTo>
                  <a:cubicBezTo>
                    <a:pt x="34" y="37"/>
                    <a:pt x="32" y="38"/>
                    <a:pt x="32" y="38"/>
                  </a:cubicBezTo>
                  <a:cubicBezTo>
                    <a:pt x="32" y="38"/>
                    <a:pt x="9" y="87"/>
                    <a:pt x="20" y="80"/>
                  </a:cubicBezTo>
                  <a:cubicBezTo>
                    <a:pt x="31" y="74"/>
                    <a:pt x="39" y="60"/>
                    <a:pt x="39" y="60"/>
                  </a:cubicBezTo>
                  <a:cubicBezTo>
                    <a:pt x="39" y="60"/>
                    <a:pt x="33" y="85"/>
                    <a:pt x="41" y="76"/>
                  </a:cubicBezTo>
                  <a:cubicBezTo>
                    <a:pt x="50" y="66"/>
                    <a:pt x="59" y="49"/>
                    <a:pt x="59" y="49"/>
                  </a:cubicBezTo>
                  <a:cubicBezTo>
                    <a:pt x="59" y="49"/>
                    <a:pt x="55" y="76"/>
                    <a:pt x="63" y="56"/>
                  </a:cubicBezTo>
                  <a:cubicBezTo>
                    <a:pt x="71" y="36"/>
                    <a:pt x="73" y="16"/>
                    <a:pt x="73" y="16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îṥliďé">
              <a:extLst>
                <a:ext uri="{FF2B5EF4-FFF2-40B4-BE49-F238E27FC236}">
                  <a16:creationId xmlns:a16="http://schemas.microsoft.com/office/drawing/2014/main" id="{80182069-A254-45B3-8198-BA838DF07E99}"/>
                </a:ext>
              </a:extLst>
            </p:cNvPr>
            <p:cNvSpPr/>
            <p:nvPr userDrawn="1"/>
          </p:nvSpPr>
          <p:spPr bwMode="auto">
            <a:xfrm>
              <a:off x="5532438" y="1966913"/>
              <a:ext cx="847725" cy="1087438"/>
            </a:xfrm>
            <a:custGeom>
              <a:avLst/>
              <a:gdLst>
                <a:gd name="T0" fmla="*/ 175 w 257"/>
                <a:gd name="T1" fmla="*/ 250 h 330"/>
                <a:gd name="T2" fmla="*/ 54 w 257"/>
                <a:gd name="T3" fmla="*/ 310 h 330"/>
                <a:gd name="T4" fmla="*/ 46 w 257"/>
                <a:gd name="T5" fmla="*/ 175 h 330"/>
                <a:gd name="T6" fmla="*/ 222 w 257"/>
                <a:gd name="T7" fmla="*/ 21 h 330"/>
                <a:gd name="T8" fmla="*/ 175 w 257"/>
                <a:gd name="T9" fmla="*/ 2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330">
                  <a:moveTo>
                    <a:pt x="175" y="250"/>
                  </a:moveTo>
                  <a:cubicBezTo>
                    <a:pt x="129" y="330"/>
                    <a:pt x="90" y="330"/>
                    <a:pt x="54" y="310"/>
                  </a:cubicBezTo>
                  <a:cubicBezTo>
                    <a:pt x="18" y="289"/>
                    <a:pt x="0" y="254"/>
                    <a:pt x="46" y="175"/>
                  </a:cubicBezTo>
                  <a:cubicBezTo>
                    <a:pt x="92" y="95"/>
                    <a:pt x="186" y="0"/>
                    <a:pt x="222" y="21"/>
                  </a:cubicBezTo>
                  <a:cubicBezTo>
                    <a:pt x="257" y="42"/>
                    <a:pt x="221" y="170"/>
                    <a:pt x="175" y="25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ṡļíďe">
              <a:extLst>
                <a:ext uri="{FF2B5EF4-FFF2-40B4-BE49-F238E27FC236}">
                  <a16:creationId xmlns:a16="http://schemas.microsoft.com/office/drawing/2014/main" id="{16658FE2-A5CB-472B-80B6-AC8F5C739C23}"/>
                </a:ext>
              </a:extLst>
            </p:cNvPr>
            <p:cNvSpPr/>
            <p:nvPr userDrawn="1"/>
          </p:nvSpPr>
          <p:spPr bwMode="auto">
            <a:xfrm>
              <a:off x="5554663" y="2892425"/>
              <a:ext cx="327025" cy="274638"/>
            </a:xfrm>
            <a:custGeom>
              <a:avLst/>
              <a:gdLst>
                <a:gd name="T0" fmla="*/ 92 w 99"/>
                <a:gd name="T1" fmla="*/ 66 h 83"/>
                <a:gd name="T2" fmla="*/ 56 w 99"/>
                <a:gd name="T3" fmla="*/ 75 h 83"/>
                <a:gd name="T4" fmla="*/ 17 w 99"/>
                <a:gd name="T5" fmla="*/ 52 h 83"/>
                <a:gd name="T6" fmla="*/ 7 w 99"/>
                <a:gd name="T7" fmla="*/ 17 h 83"/>
                <a:gd name="T8" fmla="*/ 7 w 99"/>
                <a:gd name="T9" fmla="*/ 17 h 83"/>
                <a:gd name="T10" fmla="*/ 43 w 99"/>
                <a:gd name="T11" fmla="*/ 7 h 83"/>
                <a:gd name="T12" fmla="*/ 83 w 99"/>
                <a:gd name="T13" fmla="*/ 30 h 83"/>
                <a:gd name="T14" fmla="*/ 92 w 99"/>
                <a:gd name="T15" fmla="*/ 6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83">
                  <a:moveTo>
                    <a:pt x="92" y="66"/>
                  </a:moveTo>
                  <a:cubicBezTo>
                    <a:pt x="85" y="78"/>
                    <a:pt x="69" y="83"/>
                    <a:pt x="56" y="75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4" y="45"/>
                    <a:pt x="0" y="29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5" y="4"/>
                    <a:pt x="31" y="0"/>
                    <a:pt x="43" y="7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95" y="38"/>
                    <a:pt x="99" y="54"/>
                    <a:pt x="92" y="66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íṧľidê">
              <a:extLst>
                <a:ext uri="{FF2B5EF4-FFF2-40B4-BE49-F238E27FC236}">
                  <a16:creationId xmlns:a16="http://schemas.microsoft.com/office/drawing/2014/main" id="{4D0ABC91-B53F-4C17-BB37-1F35F69ADD9E}"/>
                </a:ext>
              </a:extLst>
            </p:cNvPr>
            <p:cNvSpPr/>
            <p:nvPr userDrawn="1"/>
          </p:nvSpPr>
          <p:spPr bwMode="auto">
            <a:xfrm>
              <a:off x="5934076" y="2300288"/>
              <a:ext cx="333375" cy="388938"/>
            </a:xfrm>
            <a:custGeom>
              <a:avLst/>
              <a:gdLst>
                <a:gd name="T0" fmla="*/ 85 w 101"/>
                <a:gd name="T1" fmla="*/ 79 h 118"/>
                <a:gd name="T2" fmla="*/ 23 w 101"/>
                <a:gd name="T3" fmla="*/ 106 h 118"/>
                <a:gd name="T4" fmla="*/ 15 w 101"/>
                <a:gd name="T5" fmla="*/ 39 h 118"/>
                <a:gd name="T6" fmla="*/ 78 w 101"/>
                <a:gd name="T7" fmla="*/ 12 h 118"/>
                <a:gd name="T8" fmla="*/ 85 w 101"/>
                <a:gd name="T9" fmla="*/ 7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18">
                  <a:moveTo>
                    <a:pt x="85" y="79"/>
                  </a:moveTo>
                  <a:cubicBezTo>
                    <a:pt x="70" y="106"/>
                    <a:pt x="42" y="118"/>
                    <a:pt x="23" y="106"/>
                  </a:cubicBezTo>
                  <a:cubicBezTo>
                    <a:pt x="3" y="95"/>
                    <a:pt x="0" y="65"/>
                    <a:pt x="15" y="39"/>
                  </a:cubicBezTo>
                  <a:cubicBezTo>
                    <a:pt x="30" y="12"/>
                    <a:pt x="58" y="0"/>
                    <a:pt x="78" y="12"/>
                  </a:cubicBezTo>
                  <a:cubicBezTo>
                    <a:pt x="97" y="23"/>
                    <a:pt x="101" y="53"/>
                    <a:pt x="85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šḻîḓe">
              <a:extLst>
                <a:ext uri="{FF2B5EF4-FFF2-40B4-BE49-F238E27FC236}">
                  <a16:creationId xmlns:a16="http://schemas.microsoft.com/office/drawing/2014/main" id="{CB2E15EC-2B6D-4477-915E-2AC760818750}"/>
                </a:ext>
              </a:extLst>
            </p:cNvPr>
            <p:cNvSpPr/>
            <p:nvPr userDrawn="1"/>
          </p:nvSpPr>
          <p:spPr bwMode="auto">
            <a:xfrm>
              <a:off x="5997576" y="2362200"/>
              <a:ext cx="233363" cy="269875"/>
            </a:xfrm>
            <a:custGeom>
              <a:avLst/>
              <a:gdLst>
                <a:gd name="T0" fmla="*/ 60 w 71"/>
                <a:gd name="T1" fmla="*/ 55 h 82"/>
                <a:gd name="T2" fmla="*/ 16 w 71"/>
                <a:gd name="T3" fmla="*/ 74 h 82"/>
                <a:gd name="T4" fmla="*/ 10 w 71"/>
                <a:gd name="T5" fmla="*/ 27 h 82"/>
                <a:gd name="T6" fmla="*/ 55 w 71"/>
                <a:gd name="T7" fmla="*/ 8 h 82"/>
                <a:gd name="T8" fmla="*/ 60 w 71"/>
                <a:gd name="T9" fmla="*/ 5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2">
                  <a:moveTo>
                    <a:pt x="60" y="55"/>
                  </a:moveTo>
                  <a:cubicBezTo>
                    <a:pt x="49" y="74"/>
                    <a:pt x="29" y="82"/>
                    <a:pt x="16" y="74"/>
                  </a:cubicBezTo>
                  <a:cubicBezTo>
                    <a:pt x="2" y="66"/>
                    <a:pt x="0" y="45"/>
                    <a:pt x="10" y="27"/>
                  </a:cubicBezTo>
                  <a:cubicBezTo>
                    <a:pt x="21" y="8"/>
                    <a:pt x="41" y="0"/>
                    <a:pt x="55" y="8"/>
                  </a:cubicBezTo>
                  <a:cubicBezTo>
                    <a:pt x="68" y="16"/>
                    <a:pt x="71" y="37"/>
                    <a:pt x="60" y="55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iś1ïdè">
              <a:extLst>
                <a:ext uri="{FF2B5EF4-FFF2-40B4-BE49-F238E27FC236}">
                  <a16:creationId xmlns:a16="http://schemas.microsoft.com/office/drawing/2014/main" id="{131226BF-8750-47D1-B947-270C7F093590}"/>
                </a:ext>
              </a:extLst>
            </p:cNvPr>
            <p:cNvSpPr/>
            <p:nvPr userDrawn="1"/>
          </p:nvSpPr>
          <p:spPr bwMode="auto">
            <a:xfrm>
              <a:off x="6086476" y="2006600"/>
              <a:ext cx="234950" cy="211138"/>
            </a:xfrm>
            <a:custGeom>
              <a:avLst/>
              <a:gdLst>
                <a:gd name="T0" fmla="*/ 28 w 71"/>
                <a:gd name="T1" fmla="*/ 54 h 64"/>
                <a:gd name="T2" fmla="*/ 68 w 71"/>
                <a:gd name="T3" fmla="*/ 63 h 64"/>
                <a:gd name="T4" fmla="*/ 55 w 71"/>
                <a:gd name="T5" fmla="*/ 8 h 64"/>
                <a:gd name="T6" fmla="*/ 0 w 71"/>
                <a:gd name="T7" fmla="*/ 23 h 64"/>
                <a:gd name="T8" fmla="*/ 28 w 71"/>
                <a:gd name="T9" fmla="*/ 5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64">
                  <a:moveTo>
                    <a:pt x="28" y="54"/>
                  </a:moveTo>
                  <a:cubicBezTo>
                    <a:pt x="41" y="61"/>
                    <a:pt x="55" y="64"/>
                    <a:pt x="68" y="63"/>
                  </a:cubicBezTo>
                  <a:cubicBezTo>
                    <a:pt x="71" y="35"/>
                    <a:pt x="67" y="15"/>
                    <a:pt x="55" y="8"/>
                  </a:cubicBezTo>
                  <a:cubicBezTo>
                    <a:pt x="42" y="0"/>
                    <a:pt x="22" y="7"/>
                    <a:pt x="0" y="23"/>
                  </a:cubicBezTo>
                  <a:cubicBezTo>
                    <a:pt x="5" y="35"/>
                    <a:pt x="15" y="46"/>
                    <a:pt x="28" y="54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íṧļiḋè">
              <a:extLst>
                <a:ext uri="{FF2B5EF4-FFF2-40B4-BE49-F238E27FC236}">
                  <a16:creationId xmlns:a16="http://schemas.microsoft.com/office/drawing/2014/main" id="{89A9E44B-CCA9-48E6-BC11-1037290B0F99}"/>
                </a:ext>
              </a:extLst>
            </p:cNvPr>
            <p:cNvSpPr/>
            <p:nvPr userDrawn="1"/>
          </p:nvSpPr>
          <p:spPr bwMode="auto">
            <a:xfrm>
              <a:off x="5429251" y="2497138"/>
              <a:ext cx="385763" cy="627063"/>
            </a:xfrm>
            <a:custGeom>
              <a:avLst/>
              <a:gdLst>
                <a:gd name="T0" fmla="*/ 110 w 117"/>
                <a:gd name="T1" fmla="*/ 46 h 190"/>
                <a:gd name="T2" fmla="*/ 55 w 117"/>
                <a:gd name="T3" fmla="*/ 31 h 190"/>
                <a:gd name="T4" fmla="*/ 3 w 117"/>
                <a:gd name="T5" fmla="*/ 166 h 190"/>
                <a:gd name="T6" fmla="*/ 31 w 117"/>
                <a:gd name="T7" fmla="*/ 163 h 190"/>
                <a:gd name="T8" fmla="*/ 71 w 117"/>
                <a:gd name="T9" fmla="*/ 116 h 190"/>
                <a:gd name="T10" fmla="*/ 110 w 117"/>
                <a:gd name="T11" fmla="*/ 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190">
                  <a:moveTo>
                    <a:pt x="110" y="46"/>
                  </a:moveTo>
                  <a:cubicBezTo>
                    <a:pt x="110" y="46"/>
                    <a:pt x="83" y="0"/>
                    <a:pt x="55" y="31"/>
                  </a:cubicBezTo>
                  <a:cubicBezTo>
                    <a:pt x="28" y="61"/>
                    <a:pt x="0" y="142"/>
                    <a:pt x="3" y="166"/>
                  </a:cubicBezTo>
                  <a:cubicBezTo>
                    <a:pt x="5" y="190"/>
                    <a:pt x="28" y="168"/>
                    <a:pt x="31" y="163"/>
                  </a:cubicBezTo>
                  <a:cubicBezTo>
                    <a:pt x="35" y="159"/>
                    <a:pt x="65" y="112"/>
                    <a:pt x="71" y="116"/>
                  </a:cubicBezTo>
                  <a:cubicBezTo>
                    <a:pt x="78" y="120"/>
                    <a:pt x="117" y="78"/>
                    <a:pt x="110" y="46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î$ļïde">
              <a:extLst>
                <a:ext uri="{FF2B5EF4-FFF2-40B4-BE49-F238E27FC236}">
                  <a16:creationId xmlns:a16="http://schemas.microsoft.com/office/drawing/2014/main" id="{3F57C9C5-4AC0-4F05-AA2D-0F1440944E5A}"/>
                </a:ext>
              </a:extLst>
            </p:cNvPr>
            <p:cNvSpPr/>
            <p:nvPr userDrawn="1"/>
          </p:nvSpPr>
          <p:spPr bwMode="auto">
            <a:xfrm>
              <a:off x="6600826" y="3592513"/>
              <a:ext cx="1162050" cy="1160463"/>
            </a:xfrm>
            <a:custGeom>
              <a:avLst/>
              <a:gdLst>
                <a:gd name="T0" fmla="*/ 316 w 352"/>
                <a:gd name="T1" fmla="*/ 240 h 352"/>
                <a:gd name="T2" fmla="*/ 112 w 352"/>
                <a:gd name="T3" fmla="*/ 317 h 352"/>
                <a:gd name="T4" fmla="*/ 35 w 352"/>
                <a:gd name="T5" fmla="*/ 112 h 352"/>
                <a:gd name="T6" fmla="*/ 240 w 352"/>
                <a:gd name="T7" fmla="*/ 35 h 352"/>
                <a:gd name="T8" fmla="*/ 316 w 352"/>
                <a:gd name="T9" fmla="*/ 24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2" h="352">
                  <a:moveTo>
                    <a:pt x="316" y="240"/>
                  </a:moveTo>
                  <a:cubicBezTo>
                    <a:pt x="281" y="318"/>
                    <a:pt x="189" y="352"/>
                    <a:pt x="112" y="317"/>
                  </a:cubicBezTo>
                  <a:cubicBezTo>
                    <a:pt x="34" y="281"/>
                    <a:pt x="0" y="190"/>
                    <a:pt x="35" y="112"/>
                  </a:cubicBezTo>
                  <a:cubicBezTo>
                    <a:pt x="70" y="34"/>
                    <a:pt x="162" y="0"/>
                    <a:pt x="240" y="35"/>
                  </a:cubicBezTo>
                  <a:cubicBezTo>
                    <a:pt x="317" y="71"/>
                    <a:pt x="352" y="162"/>
                    <a:pt x="316" y="240"/>
                  </a:cubicBezTo>
                  <a:close/>
                </a:path>
              </a:pathLst>
            </a:custGeom>
            <a:solidFill>
              <a:srgbClr val="005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îṩļïďe">
              <a:extLst>
                <a:ext uri="{FF2B5EF4-FFF2-40B4-BE49-F238E27FC236}">
                  <a16:creationId xmlns:a16="http://schemas.microsoft.com/office/drawing/2014/main" id="{7B43ADD9-5285-4478-A2C6-D6BC214054E8}"/>
                </a:ext>
              </a:extLst>
            </p:cNvPr>
            <p:cNvSpPr/>
            <p:nvPr userDrawn="1"/>
          </p:nvSpPr>
          <p:spPr bwMode="auto">
            <a:xfrm>
              <a:off x="6661151" y="3678238"/>
              <a:ext cx="887413" cy="765175"/>
            </a:xfrm>
            <a:custGeom>
              <a:avLst/>
              <a:gdLst>
                <a:gd name="T0" fmla="*/ 243 w 269"/>
                <a:gd name="T1" fmla="*/ 72 h 232"/>
                <a:gd name="T2" fmla="*/ 169 w 269"/>
                <a:gd name="T3" fmla="*/ 46 h 232"/>
                <a:gd name="T4" fmla="*/ 123 w 269"/>
                <a:gd name="T5" fmla="*/ 2 h 232"/>
                <a:gd name="T6" fmla="*/ 122 w 269"/>
                <a:gd name="T7" fmla="*/ 0 h 232"/>
                <a:gd name="T8" fmla="*/ 17 w 269"/>
                <a:gd name="T9" fmla="*/ 86 h 232"/>
                <a:gd name="T10" fmla="*/ 6 w 269"/>
                <a:gd name="T11" fmla="*/ 177 h 232"/>
                <a:gd name="T12" fmla="*/ 6 w 269"/>
                <a:gd name="T13" fmla="*/ 178 h 232"/>
                <a:gd name="T14" fmla="*/ 39 w 269"/>
                <a:gd name="T15" fmla="*/ 208 h 232"/>
                <a:gd name="T16" fmla="*/ 85 w 269"/>
                <a:gd name="T17" fmla="*/ 216 h 232"/>
                <a:gd name="T18" fmla="*/ 54 w 269"/>
                <a:gd name="T19" fmla="*/ 163 h 232"/>
                <a:gd name="T20" fmla="*/ 42 w 269"/>
                <a:gd name="T21" fmla="*/ 124 h 232"/>
                <a:gd name="T22" fmla="*/ 87 w 269"/>
                <a:gd name="T23" fmla="*/ 140 h 232"/>
                <a:gd name="T24" fmla="*/ 162 w 269"/>
                <a:gd name="T25" fmla="*/ 167 h 232"/>
                <a:gd name="T26" fmla="*/ 209 w 269"/>
                <a:gd name="T27" fmla="*/ 160 h 232"/>
                <a:gd name="T28" fmla="*/ 198 w 269"/>
                <a:gd name="T29" fmla="*/ 133 h 232"/>
                <a:gd name="T30" fmla="*/ 137 w 269"/>
                <a:gd name="T31" fmla="*/ 110 h 232"/>
                <a:gd name="T32" fmla="*/ 150 w 269"/>
                <a:gd name="T33" fmla="*/ 92 h 232"/>
                <a:gd name="T34" fmla="*/ 253 w 269"/>
                <a:gd name="T35" fmla="*/ 107 h 232"/>
                <a:gd name="T36" fmla="*/ 243 w 269"/>
                <a:gd name="T37" fmla="*/ 7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9" h="232">
                  <a:moveTo>
                    <a:pt x="243" y="72"/>
                  </a:moveTo>
                  <a:cubicBezTo>
                    <a:pt x="243" y="72"/>
                    <a:pt x="223" y="72"/>
                    <a:pt x="169" y="46"/>
                  </a:cubicBezTo>
                  <a:cubicBezTo>
                    <a:pt x="114" y="19"/>
                    <a:pt x="123" y="2"/>
                    <a:pt x="123" y="2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77" y="10"/>
                    <a:pt x="38" y="41"/>
                    <a:pt x="17" y="86"/>
                  </a:cubicBezTo>
                  <a:cubicBezTo>
                    <a:pt x="4" y="116"/>
                    <a:pt x="0" y="147"/>
                    <a:pt x="6" y="177"/>
                  </a:cubicBezTo>
                  <a:cubicBezTo>
                    <a:pt x="6" y="178"/>
                    <a:pt x="6" y="178"/>
                    <a:pt x="6" y="178"/>
                  </a:cubicBezTo>
                  <a:cubicBezTo>
                    <a:pt x="6" y="178"/>
                    <a:pt x="21" y="197"/>
                    <a:pt x="39" y="208"/>
                  </a:cubicBezTo>
                  <a:cubicBezTo>
                    <a:pt x="57" y="220"/>
                    <a:pt x="76" y="232"/>
                    <a:pt x="85" y="216"/>
                  </a:cubicBezTo>
                  <a:cubicBezTo>
                    <a:pt x="95" y="201"/>
                    <a:pt x="88" y="185"/>
                    <a:pt x="54" y="163"/>
                  </a:cubicBezTo>
                  <a:cubicBezTo>
                    <a:pt x="19" y="140"/>
                    <a:pt x="42" y="124"/>
                    <a:pt x="42" y="124"/>
                  </a:cubicBezTo>
                  <a:cubicBezTo>
                    <a:pt x="49" y="119"/>
                    <a:pt x="62" y="126"/>
                    <a:pt x="87" y="140"/>
                  </a:cubicBezTo>
                  <a:cubicBezTo>
                    <a:pt x="113" y="154"/>
                    <a:pt x="154" y="164"/>
                    <a:pt x="162" y="167"/>
                  </a:cubicBezTo>
                  <a:cubicBezTo>
                    <a:pt x="170" y="169"/>
                    <a:pt x="197" y="176"/>
                    <a:pt x="209" y="160"/>
                  </a:cubicBezTo>
                  <a:cubicBezTo>
                    <a:pt x="221" y="144"/>
                    <a:pt x="198" y="133"/>
                    <a:pt x="198" y="133"/>
                  </a:cubicBezTo>
                  <a:cubicBezTo>
                    <a:pt x="198" y="133"/>
                    <a:pt x="157" y="120"/>
                    <a:pt x="137" y="110"/>
                  </a:cubicBezTo>
                  <a:cubicBezTo>
                    <a:pt x="118" y="100"/>
                    <a:pt x="123" y="82"/>
                    <a:pt x="150" y="92"/>
                  </a:cubicBezTo>
                  <a:cubicBezTo>
                    <a:pt x="177" y="102"/>
                    <a:pt x="237" y="126"/>
                    <a:pt x="253" y="107"/>
                  </a:cubicBezTo>
                  <a:cubicBezTo>
                    <a:pt x="269" y="89"/>
                    <a:pt x="243" y="72"/>
                    <a:pt x="243" y="7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íş1íďè">
              <a:extLst>
                <a:ext uri="{FF2B5EF4-FFF2-40B4-BE49-F238E27FC236}">
                  <a16:creationId xmlns:a16="http://schemas.microsoft.com/office/drawing/2014/main" id="{83FA0CDE-BE22-4F5A-BD68-23DCC04261F9}"/>
                </a:ext>
              </a:extLst>
            </p:cNvPr>
            <p:cNvSpPr/>
            <p:nvPr userDrawn="1"/>
          </p:nvSpPr>
          <p:spPr bwMode="auto">
            <a:xfrm>
              <a:off x="7135813" y="4343400"/>
              <a:ext cx="406400" cy="211138"/>
            </a:xfrm>
            <a:custGeom>
              <a:avLst/>
              <a:gdLst>
                <a:gd name="T0" fmla="*/ 112 w 123"/>
                <a:gd name="T1" fmla="*/ 22 h 64"/>
                <a:gd name="T2" fmla="*/ 67 w 123"/>
                <a:gd name="T3" fmla="*/ 15 h 64"/>
                <a:gd name="T4" fmla="*/ 17 w 123"/>
                <a:gd name="T5" fmla="*/ 0 h 64"/>
                <a:gd name="T6" fmla="*/ 1 w 123"/>
                <a:gd name="T7" fmla="*/ 28 h 64"/>
                <a:gd name="T8" fmla="*/ 58 w 123"/>
                <a:gd name="T9" fmla="*/ 59 h 64"/>
                <a:gd name="T10" fmla="*/ 112 w 123"/>
                <a:gd name="T11" fmla="*/ 48 h 64"/>
                <a:gd name="T12" fmla="*/ 112 w 123"/>
                <a:gd name="T13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64">
                  <a:moveTo>
                    <a:pt x="112" y="22"/>
                  </a:moveTo>
                  <a:cubicBezTo>
                    <a:pt x="112" y="22"/>
                    <a:pt x="82" y="20"/>
                    <a:pt x="67" y="15"/>
                  </a:cubicBezTo>
                  <a:cubicBezTo>
                    <a:pt x="51" y="10"/>
                    <a:pt x="17" y="0"/>
                    <a:pt x="17" y="0"/>
                  </a:cubicBezTo>
                  <a:cubicBezTo>
                    <a:pt x="17" y="0"/>
                    <a:pt x="0" y="7"/>
                    <a:pt x="1" y="28"/>
                  </a:cubicBezTo>
                  <a:cubicBezTo>
                    <a:pt x="1" y="48"/>
                    <a:pt x="39" y="53"/>
                    <a:pt x="58" y="59"/>
                  </a:cubicBezTo>
                  <a:cubicBezTo>
                    <a:pt x="76" y="64"/>
                    <a:pt x="102" y="64"/>
                    <a:pt x="112" y="48"/>
                  </a:cubicBezTo>
                  <a:cubicBezTo>
                    <a:pt x="123" y="32"/>
                    <a:pt x="120" y="24"/>
                    <a:pt x="112" y="2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ïSḷiďé">
              <a:extLst>
                <a:ext uri="{FF2B5EF4-FFF2-40B4-BE49-F238E27FC236}">
                  <a16:creationId xmlns:a16="http://schemas.microsoft.com/office/drawing/2014/main" id="{FC5DEA0E-181D-4CB4-999F-65DECFBC4532}"/>
                </a:ext>
              </a:extLst>
            </p:cNvPr>
            <p:cNvSpPr/>
            <p:nvPr userDrawn="1"/>
          </p:nvSpPr>
          <p:spPr bwMode="auto">
            <a:xfrm>
              <a:off x="7392988" y="4119563"/>
              <a:ext cx="171450" cy="171450"/>
            </a:xfrm>
            <a:custGeom>
              <a:avLst/>
              <a:gdLst>
                <a:gd name="T0" fmla="*/ 47 w 52"/>
                <a:gd name="T1" fmla="*/ 35 h 52"/>
                <a:gd name="T2" fmla="*/ 17 w 52"/>
                <a:gd name="T3" fmla="*/ 46 h 52"/>
                <a:gd name="T4" fmla="*/ 6 w 52"/>
                <a:gd name="T5" fmla="*/ 17 h 52"/>
                <a:gd name="T6" fmla="*/ 35 w 52"/>
                <a:gd name="T7" fmla="*/ 5 h 52"/>
                <a:gd name="T8" fmla="*/ 47 w 52"/>
                <a:gd name="T9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7" y="35"/>
                  </a:moveTo>
                  <a:cubicBezTo>
                    <a:pt x="41" y="47"/>
                    <a:pt x="28" y="52"/>
                    <a:pt x="17" y="46"/>
                  </a:cubicBezTo>
                  <a:cubicBezTo>
                    <a:pt x="5" y="41"/>
                    <a:pt x="0" y="28"/>
                    <a:pt x="6" y="17"/>
                  </a:cubicBezTo>
                  <a:cubicBezTo>
                    <a:pt x="11" y="5"/>
                    <a:pt x="24" y="0"/>
                    <a:pt x="35" y="5"/>
                  </a:cubicBezTo>
                  <a:cubicBezTo>
                    <a:pt x="47" y="11"/>
                    <a:pt x="52" y="24"/>
                    <a:pt x="47" y="35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îslíde">
              <a:extLst>
                <a:ext uri="{FF2B5EF4-FFF2-40B4-BE49-F238E27FC236}">
                  <a16:creationId xmlns:a16="http://schemas.microsoft.com/office/drawing/2014/main" id="{F26E5BD8-A817-4691-B9DC-9FD622E1CCF8}"/>
                </a:ext>
              </a:extLst>
            </p:cNvPr>
            <p:cNvSpPr/>
            <p:nvPr userDrawn="1"/>
          </p:nvSpPr>
          <p:spPr bwMode="auto">
            <a:xfrm>
              <a:off x="6945313" y="4557713"/>
              <a:ext cx="454025" cy="152400"/>
            </a:xfrm>
            <a:custGeom>
              <a:avLst/>
              <a:gdLst>
                <a:gd name="T0" fmla="*/ 138 w 138"/>
                <a:gd name="T1" fmla="*/ 22 h 46"/>
                <a:gd name="T2" fmla="*/ 60 w 138"/>
                <a:gd name="T3" fmla="*/ 14 h 46"/>
                <a:gd name="T4" fmla="*/ 10 w 138"/>
                <a:gd name="T5" fmla="*/ 7 h 46"/>
                <a:gd name="T6" fmla="*/ 24 w 138"/>
                <a:gd name="T7" fmla="*/ 30 h 46"/>
                <a:gd name="T8" fmla="*/ 138 w 138"/>
                <a:gd name="T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46">
                  <a:moveTo>
                    <a:pt x="138" y="22"/>
                  </a:moveTo>
                  <a:cubicBezTo>
                    <a:pt x="138" y="22"/>
                    <a:pt x="101" y="27"/>
                    <a:pt x="60" y="14"/>
                  </a:cubicBezTo>
                  <a:cubicBezTo>
                    <a:pt x="19" y="0"/>
                    <a:pt x="16" y="4"/>
                    <a:pt x="10" y="7"/>
                  </a:cubicBezTo>
                  <a:cubicBezTo>
                    <a:pt x="3" y="11"/>
                    <a:pt x="0" y="24"/>
                    <a:pt x="24" y="30"/>
                  </a:cubicBezTo>
                  <a:cubicBezTo>
                    <a:pt x="48" y="37"/>
                    <a:pt x="88" y="46"/>
                    <a:pt x="138" y="22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îsļiḍê">
              <a:extLst>
                <a:ext uri="{FF2B5EF4-FFF2-40B4-BE49-F238E27FC236}">
                  <a16:creationId xmlns:a16="http://schemas.microsoft.com/office/drawing/2014/main" id="{F422A833-11C4-4962-AE96-01C238629DFB}"/>
                </a:ext>
              </a:extLst>
            </p:cNvPr>
            <p:cNvSpPr/>
            <p:nvPr userDrawn="1"/>
          </p:nvSpPr>
          <p:spPr bwMode="auto">
            <a:xfrm>
              <a:off x="6376988" y="3819525"/>
              <a:ext cx="1557338" cy="817563"/>
            </a:xfrm>
            <a:custGeom>
              <a:avLst/>
              <a:gdLst>
                <a:gd name="T0" fmla="*/ 394 w 472"/>
                <a:gd name="T1" fmla="*/ 144 h 248"/>
                <a:gd name="T2" fmla="*/ 390 w 472"/>
                <a:gd name="T3" fmla="*/ 155 h 248"/>
                <a:gd name="T4" fmla="*/ 431 w 472"/>
                <a:gd name="T5" fmla="*/ 194 h 248"/>
                <a:gd name="T6" fmla="*/ 231 w 472"/>
                <a:gd name="T7" fmla="*/ 134 h 248"/>
                <a:gd name="T8" fmla="*/ 55 w 472"/>
                <a:gd name="T9" fmla="*/ 23 h 248"/>
                <a:gd name="T10" fmla="*/ 111 w 472"/>
                <a:gd name="T11" fmla="*/ 28 h 248"/>
                <a:gd name="T12" fmla="*/ 117 w 472"/>
                <a:gd name="T13" fmla="*/ 18 h 248"/>
                <a:gd name="T14" fmla="*/ 12 w 472"/>
                <a:gd name="T15" fmla="*/ 15 h 248"/>
                <a:gd name="T16" fmla="*/ 217 w 472"/>
                <a:gd name="T17" fmla="*/ 166 h 248"/>
                <a:gd name="T18" fmla="*/ 465 w 472"/>
                <a:gd name="T19" fmla="*/ 221 h 248"/>
                <a:gd name="T20" fmla="*/ 394 w 472"/>
                <a:gd name="T21" fmla="*/ 14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2" h="248">
                  <a:moveTo>
                    <a:pt x="394" y="144"/>
                  </a:moveTo>
                  <a:cubicBezTo>
                    <a:pt x="393" y="148"/>
                    <a:pt x="391" y="152"/>
                    <a:pt x="390" y="155"/>
                  </a:cubicBezTo>
                  <a:cubicBezTo>
                    <a:pt x="418" y="173"/>
                    <a:pt x="434" y="187"/>
                    <a:pt x="431" y="194"/>
                  </a:cubicBezTo>
                  <a:cubicBezTo>
                    <a:pt x="424" y="208"/>
                    <a:pt x="335" y="181"/>
                    <a:pt x="231" y="134"/>
                  </a:cubicBezTo>
                  <a:cubicBezTo>
                    <a:pt x="128" y="87"/>
                    <a:pt x="49" y="37"/>
                    <a:pt x="55" y="23"/>
                  </a:cubicBezTo>
                  <a:cubicBezTo>
                    <a:pt x="58" y="16"/>
                    <a:pt x="79" y="18"/>
                    <a:pt x="111" y="28"/>
                  </a:cubicBezTo>
                  <a:cubicBezTo>
                    <a:pt x="113" y="24"/>
                    <a:pt x="116" y="20"/>
                    <a:pt x="117" y="18"/>
                  </a:cubicBezTo>
                  <a:cubicBezTo>
                    <a:pt x="60" y="2"/>
                    <a:pt x="19" y="0"/>
                    <a:pt x="12" y="15"/>
                  </a:cubicBezTo>
                  <a:cubicBezTo>
                    <a:pt x="0" y="41"/>
                    <a:pt x="92" y="108"/>
                    <a:pt x="217" y="166"/>
                  </a:cubicBezTo>
                  <a:cubicBezTo>
                    <a:pt x="342" y="223"/>
                    <a:pt x="453" y="248"/>
                    <a:pt x="465" y="221"/>
                  </a:cubicBezTo>
                  <a:cubicBezTo>
                    <a:pt x="472" y="206"/>
                    <a:pt x="444" y="177"/>
                    <a:pt x="394" y="144"/>
                  </a:cubicBez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íṩḷïďè">
              <a:extLst>
                <a:ext uri="{FF2B5EF4-FFF2-40B4-BE49-F238E27FC236}">
                  <a16:creationId xmlns:a16="http://schemas.microsoft.com/office/drawing/2014/main" id="{FD379B97-C75C-40AF-A011-317AF55467EE}"/>
                </a:ext>
              </a:extLst>
            </p:cNvPr>
            <p:cNvSpPr/>
            <p:nvPr userDrawn="1"/>
          </p:nvSpPr>
          <p:spPr bwMode="auto">
            <a:xfrm>
              <a:off x="7251701" y="3706813"/>
              <a:ext cx="223838" cy="115888"/>
            </a:xfrm>
            <a:custGeom>
              <a:avLst/>
              <a:gdLst>
                <a:gd name="T0" fmla="*/ 66 w 68"/>
                <a:gd name="T1" fmla="*/ 30 h 35"/>
                <a:gd name="T2" fmla="*/ 30 w 68"/>
                <a:gd name="T3" fmla="*/ 28 h 35"/>
                <a:gd name="T4" fmla="*/ 2 w 68"/>
                <a:gd name="T5" fmla="*/ 5 h 35"/>
                <a:gd name="T6" fmla="*/ 38 w 68"/>
                <a:gd name="T7" fmla="*/ 8 h 35"/>
                <a:gd name="T8" fmla="*/ 66 w 68"/>
                <a:gd name="T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5">
                  <a:moveTo>
                    <a:pt x="66" y="30"/>
                  </a:moveTo>
                  <a:cubicBezTo>
                    <a:pt x="64" y="35"/>
                    <a:pt x="48" y="34"/>
                    <a:pt x="30" y="28"/>
                  </a:cubicBezTo>
                  <a:cubicBezTo>
                    <a:pt x="13" y="21"/>
                    <a:pt x="0" y="11"/>
                    <a:pt x="2" y="5"/>
                  </a:cubicBezTo>
                  <a:cubicBezTo>
                    <a:pt x="4" y="0"/>
                    <a:pt x="20" y="1"/>
                    <a:pt x="38" y="8"/>
                  </a:cubicBezTo>
                  <a:cubicBezTo>
                    <a:pt x="55" y="15"/>
                    <a:pt x="68" y="24"/>
                    <a:pt x="66" y="30"/>
                  </a:cubicBez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í$lïḍe">
              <a:extLst>
                <a:ext uri="{FF2B5EF4-FFF2-40B4-BE49-F238E27FC236}">
                  <a16:creationId xmlns:a16="http://schemas.microsoft.com/office/drawing/2014/main" id="{C8D131DB-F2C1-41A8-80AA-0308FD3AE05F}"/>
                </a:ext>
              </a:extLst>
            </p:cNvPr>
            <p:cNvSpPr/>
            <p:nvPr userDrawn="1"/>
          </p:nvSpPr>
          <p:spPr bwMode="auto">
            <a:xfrm>
              <a:off x="7443788" y="2016125"/>
              <a:ext cx="392113" cy="244475"/>
            </a:xfrm>
            <a:custGeom>
              <a:avLst/>
              <a:gdLst>
                <a:gd name="T0" fmla="*/ 37 w 119"/>
                <a:gd name="T1" fmla="*/ 2 h 74"/>
                <a:gd name="T2" fmla="*/ 2 w 119"/>
                <a:gd name="T3" fmla="*/ 30 h 74"/>
                <a:gd name="T4" fmla="*/ 2 w 119"/>
                <a:gd name="T5" fmla="*/ 30 h 74"/>
                <a:gd name="T6" fmla="*/ 30 w 119"/>
                <a:gd name="T7" fmla="*/ 65 h 74"/>
                <a:gd name="T8" fmla="*/ 82 w 119"/>
                <a:gd name="T9" fmla="*/ 72 h 74"/>
                <a:gd name="T10" fmla="*/ 117 w 119"/>
                <a:gd name="T11" fmla="*/ 43 h 74"/>
                <a:gd name="T12" fmla="*/ 117 w 119"/>
                <a:gd name="T13" fmla="*/ 43 h 74"/>
                <a:gd name="T14" fmla="*/ 88 w 119"/>
                <a:gd name="T15" fmla="*/ 8 h 74"/>
                <a:gd name="T16" fmla="*/ 37 w 119"/>
                <a:gd name="T17" fmla="*/ 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4">
                  <a:moveTo>
                    <a:pt x="37" y="2"/>
                  </a:moveTo>
                  <a:cubicBezTo>
                    <a:pt x="19" y="0"/>
                    <a:pt x="3" y="13"/>
                    <a:pt x="2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48"/>
                    <a:pt x="13" y="64"/>
                    <a:pt x="30" y="65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99" y="74"/>
                    <a:pt x="115" y="61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9" y="26"/>
                    <a:pt x="106" y="10"/>
                    <a:pt x="88" y="8"/>
                  </a:cubicBezTo>
                  <a:lnTo>
                    <a:pt x="37" y="2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išḻiḋe">
              <a:extLst>
                <a:ext uri="{FF2B5EF4-FFF2-40B4-BE49-F238E27FC236}">
                  <a16:creationId xmlns:a16="http://schemas.microsoft.com/office/drawing/2014/main" id="{9F21A4FC-040F-4244-BC14-446410CDCA04}"/>
                </a:ext>
              </a:extLst>
            </p:cNvPr>
            <p:cNvSpPr/>
            <p:nvPr userDrawn="1"/>
          </p:nvSpPr>
          <p:spPr bwMode="auto">
            <a:xfrm>
              <a:off x="7331076" y="1739900"/>
              <a:ext cx="303213" cy="438150"/>
            </a:xfrm>
            <a:custGeom>
              <a:avLst/>
              <a:gdLst>
                <a:gd name="T0" fmla="*/ 62 w 92"/>
                <a:gd name="T1" fmla="*/ 23 h 133"/>
                <a:gd name="T2" fmla="*/ 23 w 92"/>
                <a:gd name="T3" fmla="*/ 6 h 133"/>
                <a:gd name="T4" fmla="*/ 23 w 92"/>
                <a:gd name="T5" fmla="*/ 6 h 133"/>
                <a:gd name="T6" fmla="*/ 6 w 92"/>
                <a:gd name="T7" fmla="*/ 44 h 133"/>
                <a:gd name="T8" fmla="*/ 31 w 92"/>
                <a:gd name="T9" fmla="*/ 110 h 133"/>
                <a:gd name="T10" fmla="*/ 69 w 92"/>
                <a:gd name="T11" fmla="*/ 128 h 133"/>
                <a:gd name="T12" fmla="*/ 69 w 92"/>
                <a:gd name="T13" fmla="*/ 128 h 133"/>
                <a:gd name="T14" fmla="*/ 86 w 92"/>
                <a:gd name="T15" fmla="*/ 89 h 133"/>
                <a:gd name="T16" fmla="*/ 62 w 92"/>
                <a:gd name="T17" fmla="*/ 2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133">
                  <a:moveTo>
                    <a:pt x="62" y="23"/>
                  </a:moveTo>
                  <a:cubicBezTo>
                    <a:pt x="56" y="8"/>
                    <a:pt x="39" y="0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8" y="11"/>
                    <a:pt x="0" y="28"/>
                    <a:pt x="6" y="44"/>
                  </a:cubicBezTo>
                  <a:cubicBezTo>
                    <a:pt x="31" y="110"/>
                    <a:pt x="31" y="110"/>
                    <a:pt x="31" y="110"/>
                  </a:cubicBezTo>
                  <a:cubicBezTo>
                    <a:pt x="37" y="126"/>
                    <a:pt x="54" y="133"/>
                    <a:pt x="69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84" y="122"/>
                    <a:pt x="92" y="105"/>
                    <a:pt x="86" y="89"/>
                  </a:cubicBezTo>
                  <a:lnTo>
                    <a:pt x="62" y="23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íṩlïḋê">
              <a:extLst>
                <a:ext uri="{FF2B5EF4-FFF2-40B4-BE49-F238E27FC236}">
                  <a16:creationId xmlns:a16="http://schemas.microsoft.com/office/drawing/2014/main" id="{F4B91D67-E9AD-41F0-A038-A8219766A98A}"/>
                </a:ext>
              </a:extLst>
            </p:cNvPr>
            <p:cNvSpPr/>
            <p:nvPr userDrawn="1"/>
          </p:nvSpPr>
          <p:spPr bwMode="auto">
            <a:xfrm>
              <a:off x="7608888" y="1412875"/>
              <a:ext cx="649288" cy="649288"/>
            </a:xfrm>
            <a:prstGeom prst="ellipse">
              <a:avLst/>
            </a:pr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ṩlîḋê">
              <a:extLst>
                <a:ext uri="{FF2B5EF4-FFF2-40B4-BE49-F238E27FC236}">
                  <a16:creationId xmlns:a16="http://schemas.microsoft.com/office/drawing/2014/main" id="{234C225C-8BFE-48C4-902B-F1035FAD3303}"/>
                </a:ext>
              </a:extLst>
            </p:cNvPr>
            <p:cNvSpPr/>
            <p:nvPr userDrawn="1"/>
          </p:nvSpPr>
          <p:spPr bwMode="auto">
            <a:xfrm>
              <a:off x="7677151" y="1979613"/>
              <a:ext cx="561975" cy="804863"/>
            </a:xfrm>
            <a:custGeom>
              <a:avLst/>
              <a:gdLst>
                <a:gd name="T0" fmla="*/ 170 w 170"/>
                <a:gd name="T1" fmla="*/ 159 h 244"/>
                <a:gd name="T2" fmla="*/ 85 w 170"/>
                <a:gd name="T3" fmla="*/ 244 h 244"/>
                <a:gd name="T4" fmla="*/ 85 w 170"/>
                <a:gd name="T5" fmla="*/ 244 h 244"/>
                <a:gd name="T6" fmla="*/ 0 w 170"/>
                <a:gd name="T7" fmla="*/ 159 h 244"/>
                <a:gd name="T8" fmla="*/ 0 w 170"/>
                <a:gd name="T9" fmla="*/ 85 h 244"/>
                <a:gd name="T10" fmla="*/ 85 w 170"/>
                <a:gd name="T11" fmla="*/ 0 h 244"/>
                <a:gd name="T12" fmla="*/ 85 w 170"/>
                <a:gd name="T13" fmla="*/ 0 h 244"/>
                <a:gd name="T14" fmla="*/ 170 w 170"/>
                <a:gd name="T15" fmla="*/ 85 h 244"/>
                <a:gd name="T16" fmla="*/ 170 w 170"/>
                <a:gd name="T17" fmla="*/ 159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244">
                  <a:moveTo>
                    <a:pt x="170" y="159"/>
                  </a:moveTo>
                  <a:cubicBezTo>
                    <a:pt x="170" y="206"/>
                    <a:pt x="132" y="244"/>
                    <a:pt x="85" y="244"/>
                  </a:cubicBezTo>
                  <a:cubicBezTo>
                    <a:pt x="85" y="244"/>
                    <a:pt x="85" y="244"/>
                    <a:pt x="85" y="244"/>
                  </a:cubicBezTo>
                  <a:cubicBezTo>
                    <a:pt x="38" y="244"/>
                    <a:pt x="0" y="206"/>
                    <a:pt x="0" y="15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8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32" y="0"/>
                    <a:pt x="170" y="38"/>
                    <a:pt x="170" y="85"/>
                  </a:cubicBezTo>
                  <a:lnTo>
                    <a:pt x="170" y="159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îśļídè">
              <a:extLst>
                <a:ext uri="{FF2B5EF4-FFF2-40B4-BE49-F238E27FC236}">
                  <a16:creationId xmlns:a16="http://schemas.microsoft.com/office/drawing/2014/main" id="{FC00F2DC-4B74-45AE-881F-D923A6E6F3C7}"/>
                </a:ext>
              </a:extLst>
            </p:cNvPr>
            <p:cNvSpPr/>
            <p:nvPr userDrawn="1"/>
          </p:nvSpPr>
          <p:spPr bwMode="auto">
            <a:xfrm>
              <a:off x="7710488" y="2098675"/>
              <a:ext cx="238125" cy="177800"/>
            </a:xfrm>
            <a:custGeom>
              <a:avLst/>
              <a:gdLst>
                <a:gd name="T0" fmla="*/ 25 w 72"/>
                <a:gd name="T1" fmla="*/ 53 h 54"/>
                <a:gd name="T2" fmla="*/ 0 w 72"/>
                <a:gd name="T3" fmla="*/ 30 h 54"/>
                <a:gd name="T4" fmla="*/ 0 w 72"/>
                <a:gd name="T5" fmla="*/ 30 h 54"/>
                <a:gd name="T6" fmla="*/ 25 w 72"/>
                <a:gd name="T7" fmla="*/ 3 h 54"/>
                <a:gd name="T8" fmla="*/ 47 w 72"/>
                <a:gd name="T9" fmla="*/ 1 h 54"/>
                <a:gd name="T10" fmla="*/ 72 w 72"/>
                <a:gd name="T11" fmla="*/ 24 h 54"/>
                <a:gd name="T12" fmla="*/ 72 w 72"/>
                <a:gd name="T13" fmla="*/ 24 h 54"/>
                <a:gd name="T14" fmla="*/ 47 w 72"/>
                <a:gd name="T15" fmla="*/ 51 h 54"/>
                <a:gd name="T16" fmla="*/ 25 w 72"/>
                <a:gd name="T17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54">
                  <a:moveTo>
                    <a:pt x="25" y="53"/>
                  </a:moveTo>
                  <a:cubicBezTo>
                    <a:pt x="11" y="54"/>
                    <a:pt x="0" y="44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6"/>
                    <a:pt x="11" y="4"/>
                    <a:pt x="25" y="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61" y="0"/>
                    <a:pt x="72" y="10"/>
                    <a:pt x="72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38"/>
                    <a:pt x="61" y="50"/>
                    <a:pt x="47" y="51"/>
                  </a:cubicBezTo>
                  <a:lnTo>
                    <a:pt x="25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îş1îḓê">
              <a:extLst>
                <a:ext uri="{FF2B5EF4-FFF2-40B4-BE49-F238E27FC236}">
                  <a16:creationId xmlns:a16="http://schemas.microsoft.com/office/drawing/2014/main" id="{DFE6C00B-3B5E-45E9-940F-CA86CA4D3F1D}"/>
                </a:ext>
              </a:extLst>
            </p:cNvPr>
            <p:cNvSpPr/>
            <p:nvPr userDrawn="1"/>
          </p:nvSpPr>
          <p:spPr bwMode="auto">
            <a:xfrm>
              <a:off x="7386638" y="2511425"/>
              <a:ext cx="511175" cy="377825"/>
            </a:xfrm>
            <a:custGeom>
              <a:avLst/>
              <a:gdLst>
                <a:gd name="T0" fmla="*/ 59 w 155"/>
                <a:gd name="T1" fmla="*/ 108 h 115"/>
                <a:gd name="T2" fmla="*/ 7 w 155"/>
                <a:gd name="T3" fmla="*/ 82 h 115"/>
                <a:gd name="T4" fmla="*/ 7 w 155"/>
                <a:gd name="T5" fmla="*/ 82 h 115"/>
                <a:gd name="T6" fmla="*/ 34 w 155"/>
                <a:gd name="T7" fmla="*/ 30 h 115"/>
                <a:gd name="T8" fmla="*/ 96 w 155"/>
                <a:gd name="T9" fmla="*/ 8 h 115"/>
                <a:gd name="T10" fmla="*/ 148 w 155"/>
                <a:gd name="T11" fmla="*/ 34 h 115"/>
                <a:gd name="T12" fmla="*/ 148 w 155"/>
                <a:gd name="T13" fmla="*/ 34 h 115"/>
                <a:gd name="T14" fmla="*/ 122 w 155"/>
                <a:gd name="T15" fmla="*/ 86 h 115"/>
                <a:gd name="T16" fmla="*/ 59 w 155"/>
                <a:gd name="T17" fmla="*/ 10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115">
                  <a:moveTo>
                    <a:pt x="59" y="108"/>
                  </a:moveTo>
                  <a:cubicBezTo>
                    <a:pt x="38" y="115"/>
                    <a:pt x="15" y="103"/>
                    <a:pt x="7" y="82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0" y="60"/>
                    <a:pt x="12" y="37"/>
                    <a:pt x="34" y="30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118" y="0"/>
                    <a:pt x="141" y="12"/>
                    <a:pt x="148" y="34"/>
                  </a:cubicBezTo>
                  <a:cubicBezTo>
                    <a:pt x="148" y="34"/>
                    <a:pt x="148" y="34"/>
                    <a:pt x="148" y="34"/>
                  </a:cubicBezTo>
                  <a:cubicBezTo>
                    <a:pt x="155" y="55"/>
                    <a:pt x="144" y="78"/>
                    <a:pt x="122" y="86"/>
                  </a:cubicBezTo>
                  <a:lnTo>
                    <a:pt x="59" y="108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íŝḷidè">
              <a:extLst>
                <a:ext uri="{FF2B5EF4-FFF2-40B4-BE49-F238E27FC236}">
                  <a16:creationId xmlns:a16="http://schemas.microsoft.com/office/drawing/2014/main" id="{2299B80E-349A-4DB0-AE17-534383E4E549}"/>
                </a:ext>
              </a:extLst>
            </p:cNvPr>
            <p:cNvSpPr/>
            <p:nvPr userDrawn="1"/>
          </p:nvSpPr>
          <p:spPr bwMode="auto">
            <a:xfrm>
              <a:off x="7343776" y="2686050"/>
              <a:ext cx="311150" cy="563563"/>
            </a:xfrm>
            <a:custGeom>
              <a:avLst/>
              <a:gdLst>
                <a:gd name="T0" fmla="*/ 78 w 94"/>
                <a:gd name="T1" fmla="*/ 136 h 171"/>
                <a:gd name="T2" fmla="*/ 35 w 94"/>
                <a:gd name="T3" fmla="*/ 168 h 171"/>
                <a:gd name="T4" fmla="*/ 35 w 94"/>
                <a:gd name="T5" fmla="*/ 168 h 171"/>
                <a:gd name="T6" fmla="*/ 3 w 94"/>
                <a:gd name="T7" fmla="*/ 125 h 171"/>
                <a:gd name="T8" fmla="*/ 16 w 94"/>
                <a:gd name="T9" fmla="*/ 35 h 171"/>
                <a:gd name="T10" fmla="*/ 59 w 94"/>
                <a:gd name="T11" fmla="*/ 3 h 171"/>
                <a:gd name="T12" fmla="*/ 59 w 94"/>
                <a:gd name="T13" fmla="*/ 3 h 171"/>
                <a:gd name="T14" fmla="*/ 91 w 94"/>
                <a:gd name="T15" fmla="*/ 46 h 171"/>
                <a:gd name="T16" fmla="*/ 78 w 94"/>
                <a:gd name="T17" fmla="*/ 13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71">
                  <a:moveTo>
                    <a:pt x="78" y="136"/>
                  </a:moveTo>
                  <a:cubicBezTo>
                    <a:pt x="75" y="157"/>
                    <a:pt x="56" y="171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14" y="165"/>
                    <a:pt x="0" y="146"/>
                    <a:pt x="3" y="12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9" y="14"/>
                    <a:pt x="38" y="0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80" y="6"/>
                    <a:pt x="94" y="25"/>
                    <a:pt x="91" y="46"/>
                  </a:cubicBezTo>
                  <a:lnTo>
                    <a:pt x="78" y="136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íśḷíḓê">
              <a:extLst>
                <a:ext uri="{FF2B5EF4-FFF2-40B4-BE49-F238E27FC236}">
                  <a16:creationId xmlns:a16="http://schemas.microsoft.com/office/drawing/2014/main" id="{94D71414-E72C-43AD-B4EB-B29F11006ABB}"/>
                </a:ext>
              </a:extLst>
            </p:cNvPr>
            <p:cNvSpPr/>
            <p:nvPr userDrawn="1"/>
          </p:nvSpPr>
          <p:spPr bwMode="auto">
            <a:xfrm>
              <a:off x="7148513" y="3060700"/>
              <a:ext cx="415925" cy="192088"/>
            </a:xfrm>
            <a:custGeom>
              <a:avLst/>
              <a:gdLst>
                <a:gd name="T0" fmla="*/ 31 w 126"/>
                <a:gd name="T1" fmla="*/ 58 h 58"/>
                <a:gd name="T2" fmla="*/ 0 w 126"/>
                <a:gd name="T3" fmla="*/ 45 h 58"/>
                <a:gd name="T4" fmla="*/ 2 w 126"/>
                <a:gd name="T5" fmla="*/ 30 h 58"/>
                <a:gd name="T6" fmla="*/ 30 w 126"/>
                <a:gd name="T7" fmla="*/ 2 h 58"/>
                <a:gd name="T8" fmla="*/ 97 w 126"/>
                <a:gd name="T9" fmla="*/ 0 h 58"/>
                <a:gd name="T10" fmla="*/ 126 w 126"/>
                <a:gd name="T11" fmla="*/ 28 h 58"/>
                <a:gd name="T12" fmla="*/ 126 w 126"/>
                <a:gd name="T13" fmla="*/ 28 h 58"/>
                <a:gd name="T14" fmla="*/ 111 w 126"/>
                <a:gd name="T15" fmla="*/ 53 h 58"/>
                <a:gd name="T16" fmla="*/ 31 w 126"/>
                <a:gd name="T1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58">
                  <a:moveTo>
                    <a:pt x="31" y="58"/>
                  </a:moveTo>
                  <a:cubicBezTo>
                    <a:pt x="15" y="58"/>
                    <a:pt x="0" y="56"/>
                    <a:pt x="0" y="45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15"/>
                    <a:pt x="14" y="2"/>
                    <a:pt x="30" y="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13" y="0"/>
                    <a:pt x="126" y="12"/>
                    <a:pt x="126" y="28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26" y="43"/>
                    <a:pt x="126" y="52"/>
                    <a:pt x="111" y="53"/>
                  </a:cubicBezTo>
                  <a:lnTo>
                    <a:pt x="31" y="58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îś1ïḋé">
              <a:extLst>
                <a:ext uri="{FF2B5EF4-FFF2-40B4-BE49-F238E27FC236}">
                  <a16:creationId xmlns:a16="http://schemas.microsoft.com/office/drawing/2014/main" id="{9416EA7E-8F82-49A7-BDD8-C50081874A64}"/>
                </a:ext>
              </a:extLst>
            </p:cNvPr>
            <p:cNvSpPr/>
            <p:nvPr userDrawn="1"/>
          </p:nvSpPr>
          <p:spPr bwMode="auto">
            <a:xfrm>
              <a:off x="7156451" y="3182938"/>
              <a:ext cx="401638" cy="73025"/>
            </a:xfrm>
            <a:custGeom>
              <a:avLst/>
              <a:gdLst>
                <a:gd name="T0" fmla="*/ 27 w 122"/>
                <a:gd name="T1" fmla="*/ 22 h 22"/>
                <a:gd name="T2" fmla="*/ 0 w 122"/>
                <a:gd name="T3" fmla="*/ 12 h 22"/>
                <a:gd name="T4" fmla="*/ 0 w 122"/>
                <a:gd name="T5" fmla="*/ 12 h 22"/>
                <a:gd name="T6" fmla="*/ 27 w 122"/>
                <a:gd name="T7" fmla="*/ 2 h 22"/>
                <a:gd name="T8" fmla="*/ 94 w 122"/>
                <a:gd name="T9" fmla="*/ 1 h 22"/>
                <a:gd name="T10" fmla="*/ 122 w 122"/>
                <a:gd name="T11" fmla="*/ 9 h 22"/>
                <a:gd name="T12" fmla="*/ 122 w 122"/>
                <a:gd name="T13" fmla="*/ 9 h 22"/>
                <a:gd name="T14" fmla="*/ 94 w 122"/>
                <a:gd name="T15" fmla="*/ 19 h 22"/>
                <a:gd name="T16" fmla="*/ 27 w 122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" h="22">
                  <a:moveTo>
                    <a:pt x="27" y="22"/>
                  </a:moveTo>
                  <a:cubicBezTo>
                    <a:pt x="12" y="22"/>
                    <a:pt x="0" y="1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7"/>
                    <a:pt x="12" y="2"/>
                    <a:pt x="27" y="2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109" y="0"/>
                    <a:pt x="121" y="4"/>
                    <a:pt x="122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14"/>
                    <a:pt x="109" y="18"/>
                    <a:pt x="94" y="19"/>
                  </a:cubicBezTo>
                  <a:lnTo>
                    <a:pt x="27" y="22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ïşḻîḍe">
              <a:extLst>
                <a:ext uri="{FF2B5EF4-FFF2-40B4-BE49-F238E27FC236}">
                  <a16:creationId xmlns:a16="http://schemas.microsoft.com/office/drawing/2014/main" id="{FCF1E0A7-41E4-4733-BD38-67D807EAAF61}"/>
                </a:ext>
              </a:extLst>
            </p:cNvPr>
            <p:cNvSpPr/>
            <p:nvPr userDrawn="1"/>
          </p:nvSpPr>
          <p:spPr bwMode="auto">
            <a:xfrm>
              <a:off x="7612063" y="1449388"/>
              <a:ext cx="501650" cy="539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îşḷíḑè">
              <a:extLst>
                <a:ext uri="{FF2B5EF4-FFF2-40B4-BE49-F238E27FC236}">
                  <a16:creationId xmlns:a16="http://schemas.microsoft.com/office/drawing/2014/main" id="{1FC08122-AE78-4893-AD57-0FAF45CAA77D}"/>
                </a:ext>
              </a:extLst>
            </p:cNvPr>
            <p:cNvSpPr/>
            <p:nvPr userDrawn="1"/>
          </p:nvSpPr>
          <p:spPr bwMode="auto">
            <a:xfrm>
              <a:off x="7634288" y="1485900"/>
              <a:ext cx="439738" cy="474663"/>
            </a:xfrm>
            <a:prstGeom prst="ellipse">
              <a:avLst/>
            </a:pr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išḷíḑé">
              <a:extLst>
                <a:ext uri="{FF2B5EF4-FFF2-40B4-BE49-F238E27FC236}">
                  <a16:creationId xmlns:a16="http://schemas.microsoft.com/office/drawing/2014/main" id="{D6059797-467C-4066-9054-DA84F11CB983}"/>
                </a:ext>
              </a:extLst>
            </p:cNvPr>
            <p:cNvSpPr/>
            <p:nvPr userDrawn="1"/>
          </p:nvSpPr>
          <p:spPr bwMode="auto">
            <a:xfrm>
              <a:off x="7686676" y="1560513"/>
              <a:ext cx="90488" cy="115888"/>
            </a:xfrm>
            <a:custGeom>
              <a:avLst/>
              <a:gdLst>
                <a:gd name="T0" fmla="*/ 24 w 27"/>
                <a:gd name="T1" fmla="*/ 21 h 35"/>
                <a:gd name="T2" fmla="*/ 8 w 27"/>
                <a:gd name="T3" fmla="*/ 32 h 35"/>
                <a:gd name="T4" fmla="*/ 3 w 27"/>
                <a:gd name="T5" fmla="*/ 14 h 35"/>
                <a:gd name="T6" fmla="*/ 19 w 27"/>
                <a:gd name="T7" fmla="*/ 2 h 35"/>
                <a:gd name="T8" fmla="*/ 24 w 27"/>
                <a:gd name="T9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5">
                  <a:moveTo>
                    <a:pt x="24" y="21"/>
                  </a:moveTo>
                  <a:cubicBezTo>
                    <a:pt x="21" y="30"/>
                    <a:pt x="14" y="35"/>
                    <a:pt x="8" y="32"/>
                  </a:cubicBezTo>
                  <a:cubicBezTo>
                    <a:pt x="2" y="30"/>
                    <a:pt x="0" y="22"/>
                    <a:pt x="3" y="14"/>
                  </a:cubicBezTo>
                  <a:cubicBezTo>
                    <a:pt x="6" y="5"/>
                    <a:pt x="13" y="0"/>
                    <a:pt x="19" y="2"/>
                  </a:cubicBezTo>
                  <a:cubicBezTo>
                    <a:pt x="25" y="4"/>
                    <a:pt x="27" y="13"/>
                    <a:pt x="24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iṣľiḋê">
              <a:extLst>
                <a:ext uri="{FF2B5EF4-FFF2-40B4-BE49-F238E27FC236}">
                  <a16:creationId xmlns:a16="http://schemas.microsoft.com/office/drawing/2014/main" id="{1B73F340-0D6F-488F-99F9-58DE707D0011}"/>
                </a:ext>
              </a:extLst>
            </p:cNvPr>
            <p:cNvSpPr/>
            <p:nvPr userDrawn="1"/>
          </p:nvSpPr>
          <p:spPr bwMode="auto">
            <a:xfrm>
              <a:off x="7747001" y="1663700"/>
              <a:ext cx="46038" cy="55563"/>
            </a:xfrm>
            <a:custGeom>
              <a:avLst/>
              <a:gdLst>
                <a:gd name="T0" fmla="*/ 12 w 14"/>
                <a:gd name="T1" fmla="*/ 11 h 17"/>
                <a:gd name="T2" fmla="*/ 4 w 14"/>
                <a:gd name="T3" fmla="*/ 16 h 17"/>
                <a:gd name="T4" fmla="*/ 2 w 14"/>
                <a:gd name="T5" fmla="*/ 7 h 17"/>
                <a:gd name="T6" fmla="*/ 9 w 14"/>
                <a:gd name="T7" fmla="*/ 1 h 17"/>
                <a:gd name="T8" fmla="*/ 12 w 14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2" y="11"/>
                  </a:moveTo>
                  <a:cubicBezTo>
                    <a:pt x="11" y="15"/>
                    <a:pt x="7" y="17"/>
                    <a:pt x="4" y="16"/>
                  </a:cubicBezTo>
                  <a:cubicBezTo>
                    <a:pt x="1" y="15"/>
                    <a:pt x="0" y="11"/>
                    <a:pt x="2" y="7"/>
                  </a:cubicBezTo>
                  <a:cubicBezTo>
                    <a:pt x="3" y="3"/>
                    <a:pt x="7" y="0"/>
                    <a:pt x="9" y="1"/>
                  </a:cubicBezTo>
                  <a:cubicBezTo>
                    <a:pt x="12" y="2"/>
                    <a:pt x="14" y="6"/>
                    <a:pt x="1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ï$ļîḑê">
              <a:extLst>
                <a:ext uri="{FF2B5EF4-FFF2-40B4-BE49-F238E27FC236}">
                  <a16:creationId xmlns:a16="http://schemas.microsoft.com/office/drawing/2014/main" id="{827300E8-4620-431A-B250-9E7728FE25E2}"/>
                </a:ext>
              </a:extLst>
            </p:cNvPr>
            <p:cNvSpPr/>
            <p:nvPr userDrawn="1"/>
          </p:nvSpPr>
          <p:spPr bwMode="auto">
            <a:xfrm>
              <a:off x="7673976" y="2332038"/>
              <a:ext cx="565150" cy="161925"/>
            </a:xfrm>
            <a:custGeom>
              <a:avLst/>
              <a:gdLst>
                <a:gd name="T0" fmla="*/ 171 w 171"/>
                <a:gd name="T1" fmla="*/ 49 h 49"/>
                <a:gd name="T2" fmla="*/ 1 w 171"/>
                <a:gd name="T3" fmla="*/ 39 h 49"/>
                <a:gd name="T4" fmla="*/ 0 w 171"/>
                <a:gd name="T5" fmla="*/ 31 h 49"/>
                <a:gd name="T6" fmla="*/ 171 w 171"/>
                <a:gd name="T7" fmla="*/ 41 h 49"/>
                <a:gd name="T8" fmla="*/ 171 w 171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49">
                  <a:moveTo>
                    <a:pt x="171" y="49"/>
                  </a:moveTo>
                  <a:cubicBezTo>
                    <a:pt x="75" y="9"/>
                    <a:pt x="1" y="39"/>
                    <a:pt x="1" y="3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4" y="30"/>
                    <a:pt x="72" y="0"/>
                    <a:pt x="171" y="41"/>
                  </a:cubicBezTo>
                  <a:lnTo>
                    <a:pt x="171" y="49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íšḷîḑê">
              <a:extLst>
                <a:ext uri="{FF2B5EF4-FFF2-40B4-BE49-F238E27FC236}">
                  <a16:creationId xmlns:a16="http://schemas.microsoft.com/office/drawing/2014/main" id="{080B0541-3F3D-4DE2-9C11-F02233F75092}"/>
                </a:ext>
              </a:extLst>
            </p:cNvPr>
            <p:cNvSpPr/>
            <p:nvPr userDrawn="1"/>
          </p:nvSpPr>
          <p:spPr bwMode="auto">
            <a:xfrm>
              <a:off x="7466013" y="2009775"/>
              <a:ext cx="165100" cy="217488"/>
            </a:xfrm>
            <a:custGeom>
              <a:avLst/>
              <a:gdLst>
                <a:gd name="T0" fmla="*/ 3 w 50"/>
                <a:gd name="T1" fmla="*/ 59 h 66"/>
                <a:gd name="T2" fmla="*/ 43 w 50"/>
                <a:gd name="T3" fmla="*/ 0 h 66"/>
                <a:gd name="T4" fmla="*/ 50 w 50"/>
                <a:gd name="T5" fmla="*/ 8 h 66"/>
                <a:gd name="T6" fmla="*/ 17 w 50"/>
                <a:gd name="T7" fmla="*/ 66 h 66"/>
                <a:gd name="T8" fmla="*/ 3 w 50"/>
                <a:gd name="T9" fmla="*/ 5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6">
                  <a:moveTo>
                    <a:pt x="3" y="59"/>
                  </a:moveTo>
                  <a:cubicBezTo>
                    <a:pt x="0" y="24"/>
                    <a:pt x="28" y="6"/>
                    <a:pt x="43" y="0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9" y="8"/>
                    <a:pt x="14" y="33"/>
                    <a:pt x="17" y="66"/>
                  </a:cubicBezTo>
                  <a:lnTo>
                    <a:pt x="3" y="59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ïšľîḍe">
              <a:extLst>
                <a:ext uri="{FF2B5EF4-FFF2-40B4-BE49-F238E27FC236}">
                  <a16:creationId xmlns:a16="http://schemas.microsoft.com/office/drawing/2014/main" id="{CA730F72-7469-4E6B-BF52-33D506F2D57D}"/>
                </a:ext>
              </a:extLst>
            </p:cNvPr>
            <p:cNvSpPr/>
            <p:nvPr userDrawn="1"/>
          </p:nvSpPr>
          <p:spPr bwMode="auto">
            <a:xfrm>
              <a:off x="7413626" y="2616200"/>
              <a:ext cx="241300" cy="223838"/>
            </a:xfrm>
            <a:custGeom>
              <a:avLst/>
              <a:gdLst>
                <a:gd name="T0" fmla="*/ 59 w 73"/>
                <a:gd name="T1" fmla="*/ 68 h 68"/>
                <a:gd name="T2" fmla="*/ 0 w 73"/>
                <a:gd name="T3" fmla="*/ 23 h 68"/>
                <a:gd name="T4" fmla="*/ 6 w 73"/>
                <a:gd name="T5" fmla="*/ 11 h 68"/>
                <a:gd name="T6" fmla="*/ 73 w 73"/>
                <a:gd name="T7" fmla="*/ 61 h 68"/>
                <a:gd name="T8" fmla="*/ 59 w 73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68">
                  <a:moveTo>
                    <a:pt x="59" y="68"/>
                  </a:moveTo>
                  <a:cubicBezTo>
                    <a:pt x="35" y="18"/>
                    <a:pt x="1" y="22"/>
                    <a:pt x="0" y="23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8" y="11"/>
                    <a:pt x="43" y="0"/>
                    <a:pt x="73" y="61"/>
                  </a:cubicBezTo>
                  <a:lnTo>
                    <a:pt x="59" y="68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îšḷídê">
              <a:extLst>
                <a:ext uri="{FF2B5EF4-FFF2-40B4-BE49-F238E27FC236}">
                  <a16:creationId xmlns:a16="http://schemas.microsoft.com/office/drawing/2014/main" id="{4F63C233-678D-48B3-AC1E-89FDEF2993DA}"/>
                </a:ext>
              </a:extLst>
            </p:cNvPr>
            <p:cNvSpPr/>
            <p:nvPr userDrawn="1"/>
          </p:nvSpPr>
          <p:spPr bwMode="auto">
            <a:xfrm>
              <a:off x="7664451" y="2438400"/>
              <a:ext cx="504825" cy="312738"/>
            </a:xfrm>
            <a:custGeom>
              <a:avLst/>
              <a:gdLst>
                <a:gd name="T0" fmla="*/ 48 w 153"/>
                <a:gd name="T1" fmla="*/ 92 h 95"/>
                <a:gd name="T2" fmla="*/ 3 w 153"/>
                <a:gd name="T3" fmla="*/ 56 h 95"/>
                <a:gd name="T4" fmla="*/ 3 w 153"/>
                <a:gd name="T5" fmla="*/ 56 h 95"/>
                <a:gd name="T6" fmla="*/ 39 w 153"/>
                <a:gd name="T7" fmla="*/ 11 h 95"/>
                <a:gd name="T8" fmla="*/ 105 w 153"/>
                <a:gd name="T9" fmla="*/ 2 h 95"/>
                <a:gd name="T10" fmla="*/ 151 w 153"/>
                <a:gd name="T11" fmla="*/ 39 h 95"/>
                <a:gd name="T12" fmla="*/ 151 w 153"/>
                <a:gd name="T13" fmla="*/ 39 h 95"/>
                <a:gd name="T14" fmla="*/ 114 w 153"/>
                <a:gd name="T15" fmla="*/ 84 h 95"/>
                <a:gd name="T16" fmla="*/ 48 w 153"/>
                <a:gd name="T17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95">
                  <a:moveTo>
                    <a:pt x="48" y="92"/>
                  </a:moveTo>
                  <a:cubicBezTo>
                    <a:pt x="25" y="95"/>
                    <a:pt x="5" y="78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0" y="33"/>
                    <a:pt x="17" y="13"/>
                    <a:pt x="39" y="11"/>
                  </a:cubicBezTo>
                  <a:cubicBezTo>
                    <a:pt x="105" y="2"/>
                    <a:pt x="105" y="2"/>
                    <a:pt x="105" y="2"/>
                  </a:cubicBezTo>
                  <a:cubicBezTo>
                    <a:pt x="128" y="0"/>
                    <a:pt x="148" y="16"/>
                    <a:pt x="151" y="39"/>
                  </a:cubicBezTo>
                  <a:cubicBezTo>
                    <a:pt x="151" y="39"/>
                    <a:pt x="151" y="39"/>
                    <a:pt x="151" y="39"/>
                  </a:cubicBezTo>
                  <a:cubicBezTo>
                    <a:pt x="153" y="62"/>
                    <a:pt x="136" y="82"/>
                    <a:pt x="114" y="84"/>
                  </a:cubicBezTo>
                  <a:lnTo>
                    <a:pt x="48" y="92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iśḷîḑé">
              <a:extLst>
                <a:ext uri="{FF2B5EF4-FFF2-40B4-BE49-F238E27FC236}">
                  <a16:creationId xmlns:a16="http://schemas.microsoft.com/office/drawing/2014/main" id="{E1DCE63B-83C9-4CB9-BF54-2A09D94DB22F}"/>
                </a:ext>
              </a:extLst>
            </p:cNvPr>
            <p:cNvSpPr/>
            <p:nvPr userDrawn="1"/>
          </p:nvSpPr>
          <p:spPr bwMode="auto">
            <a:xfrm>
              <a:off x="7521576" y="2540000"/>
              <a:ext cx="390525" cy="566738"/>
            </a:xfrm>
            <a:custGeom>
              <a:avLst/>
              <a:gdLst>
                <a:gd name="T0" fmla="*/ 79 w 118"/>
                <a:gd name="T1" fmla="*/ 142 h 172"/>
                <a:gd name="T2" fmla="*/ 30 w 118"/>
                <a:gd name="T3" fmla="*/ 164 h 172"/>
                <a:gd name="T4" fmla="*/ 30 w 118"/>
                <a:gd name="T5" fmla="*/ 164 h 172"/>
                <a:gd name="T6" fmla="*/ 8 w 118"/>
                <a:gd name="T7" fmla="*/ 115 h 172"/>
                <a:gd name="T8" fmla="*/ 40 w 118"/>
                <a:gd name="T9" fmla="*/ 30 h 172"/>
                <a:gd name="T10" fmla="*/ 89 w 118"/>
                <a:gd name="T11" fmla="*/ 8 h 172"/>
                <a:gd name="T12" fmla="*/ 89 w 118"/>
                <a:gd name="T13" fmla="*/ 8 h 172"/>
                <a:gd name="T14" fmla="*/ 111 w 118"/>
                <a:gd name="T15" fmla="*/ 57 h 172"/>
                <a:gd name="T16" fmla="*/ 79 w 118"/>
                <a:gd name="T17" fmla="*/ 14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72">
                  <a:moveTo>
                    <a:pt x="79" y="142"/>
                  </a:moveTo>
                  <a:cubicBezTo>
                    <a:pt x="72" y="162"/>
                    <a:pt x="50" y="172"/>
                    <a:pt x="30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10" y="157"/>
                    <a:pt x="0" y="135"/>
                    <a:pt x="8" y="115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7" y="10"/>
                    <a:pt x="69" y="0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108" y="15"/>
                    <a:pt x="118" y="37"/>
                    <a:pt x="111" y="57"/>
                  </a:cubicBezTo>
                  <a:lnTo>
                    <a:pt x="79" y="142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išḷïḑe">
              <a:extLst>
                <a:ext uri="{FF2B5EF4-FFF2-40B4-BE49-F238E27FC236}">
                  <a16:creationId xmlns:a16="http://schemas.microsoft.com/office/drawing/2014/main" id="{2E785065-C276-424D-B3FA-DDFBB4807D36}"/>
                </a:ext>
              </a:extLst>
            </p:cNvPr>
            <p:cNvSpPr/>
            <p:nvPr userDrawn="1"/>
          </p:nvSpPr>
          <p:spPr bwMode="auto">
            <a:xfrm>
              <a:off x="7318376" y="2916238"/>
              <a:ext cx="438150" cy="250825"/>
            </a:xfrm>
            <a:custGeom>
              <a:avLst/>
              <a:gdLst>
                <a:gd name="T0" fmla="*/ 31 w 133"/>
                <a:gd name="T1" fmla="*/ 58 h 76"/>
                <a:gd name="T2" fmla="*/ 3 w 133"/>
                <a:gd name="T3" fmla="*/ 38 h 76"/>
                <a:gd name="T4" fmla="*/ 9 w 133"/>
                <a:gd name="T5" fmla="*/ 25 h 76"/>
                <a:gd name="T6" fmla="*/ 43 w 133"/>
                <a:gd name="T7" fmla="*/ 3 h 76"/>
                <a:gd name="T8" fmla="*/ 109 w 133"/>
                <a:gd name="T9" fmla="*/ 18 h 76"/>
                <a:gd name="T10" fmla="*/ 130 w 133"/>
                <a:gd name="T11" fmla="*/ 52 h 76"/>
                <a:gd name="T12" fmla="*/ 130 w 133"/>
                <a:gd name="T13" fmla="*/ 52 h 76"/>
                <a:gd name="T14" fmla="*/ 109 w 133"/>
                <a:gd name="T15" fmla="*/ 73 h 76"/>
                <a:gd name="T16" fmla="*/ 31 w 133"/>
                <a:gd name="T17" fmla="*/ 5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76">
                  <a:moveTo>
                    <a:pt x="31" y="58"/>
                  </a:moveTo>
                  <a:cubicBezTo>
                    <a:pt x="15" y="55"/>
                    <a:pt x="0" y="51"/>
                    <a:pt x="3" y="38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3" y="9"/>
                    <a:pt x="28" y="0"/>
                    <a:pt x="43" y="3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24" y="22"/>
                    <a:pt x="133" y="37"/>
                    <a:pt x="130" y="52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27" y="67"/>
                    <a:pt x="125" y="76"/>
                    <a:pt x="109" y="73"/>
                  </a:cubicBezTo>
                  <a:lnTo>
                    <a:pt x="31" y="58"/>
                  </a:lnTo>
                  <a:close/>
                </a:path>
              </a:pathLst>
            </a:custGeom>
            <a:solidFill>
              <a:srgbClr val="B7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íSľïďé">
              <a:extLst>
                <a:ext uri="{FF2B5EF4-FFF2-40B4-BE49-F238E27FC236}">
                  <a16:creationId xmlns:a16="http://schemas.microsoft.com/office/drawing/2014/main" id="{7EB5C2B1-442D-4A4D-9A21-ACE2C6E0C3E6}"/>
                </a:ext>
              </a:extLst>
            </p:cNvPr>
            <p:cNvSpPr/>
            <p:nvPr userDrawn="1"/>
          </p:nvSpPr>
          <p:spPr bwMode="auto">
            <a:xfrm>
              <a:off x="7324726" y="3038475"/>
              <a:ext cx="404813" cy="128588"/>
            </a:xfrm>
            <a:custGeom>
              <a:avLst/>
              <a:gdLst>
                <a:gd name="T0" fmla="*/ 26 w 123"/>
                <a:gd name="T1" fmla="*/ 21 h 39"/>
                <a:gd name="T2" fmla="*/ 1 w 123"/>
                <a:gd name="T3" fmla="*/ 6 h 39"/>
                <a:gd name="T4" fmla="*/ 1 w 123"/>
                <a:gd name="T5" fmla="*/ 6 h 39"/>
                <a:gd name="T6" fmla="*/ 30 w 123"/>
                <a:gd name="T7" fmla="*/ 3 h 39"/>
                <a:gd name="T8" fmla="*/ 96 w 123"/>
                <a:gd name="T9" fmla="*/ 18 h 39"/>
                <a:gd name="T10" fmla="*/ 122 w 123"/>
                <a:gd name="T11" fmla="*/ 33 h 39"/>
                <a:gd name="T12" fmla="*/ 122 w 123"/>
                <a:gd name="T13" fmla="*/ 33 h 39"/>
                <a:gd name="T14" fmla="*/ 92 w 123"/>
                <a:gd name="T15" fmla="*/ 36 h 39"/>
                <a:gd name="T16" fmla="*/ 26 w 123"/>
                <a:gd name="T17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3" h="39">
                  <a:moveTo>
                    <a:pt x="26" y="21"/>
                  </a:moveTo>
                  <a:cubicBezTo>
                    <a:pt x="11" y="17"/>
                    <a:pt x="0" y="11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"/>
                    <a:pt x="15" y="0"/>
                    <a:pt x="30" y="3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111" y="22"/>
                    <a:pt x="123" y="28"/>
                    <a:pt x="122" y="33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1" y="38"/>
                    <a:pt x="107" y="39"/>
                    <a:pt x="92" y="36"/>
                  </a:cubicBezTo>
                  <a:lnTo>
                    <a:pt x="26" y="21"/>
                  </a:lnTo>
                  <a:close/>
                </a:path>
              </a:pathLst>
            </a:custGeom>
            <a:solidFill>
              <a:srgbClr val="7C54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îṣlïḍé">
              <a:extLst>
                <a:ext uri="{FF2B5EF4-FFF2-40B4-BE49-F238E27FC236}">
                  <a16:creationId xmlns:a16="http://schemas.microsoft.com/office/drawing/2014/main" id="{259E40DD-7C05-400F-88E5-90B3BDE8F187}"/>
                </a:ext>
              </a:extLst>
            </p:cNvPr>
            <p:cNvSpPr/>
            <p:nvPr userDrawn="1"/>
          </p:nvSpPr>
          <p:spPr bwMode="auto">
            <a:xfrm>
              <a:off x="8027988" y="2065338"/>
              <a:ext cx="279400" cy="403225"/>
            </a:xfrm>
            <a:custGeom>
              <a:avLst/>
              <a:gdLst>
                <a:gd name="T0" fmla="*/ 19 w 85"/>
                <a:gd name="T1" fmla="*/ 95 h 122"/>
                <a:gd name="T2" fmla="*/ 59 w 85"/>
                <a:gd name="T3" fmla="*/ 117 h 122"/>
                <a:gd name="T4" fmla="*/ 59 w 85"/>
                <a:gd name="T5" fmla="*/ 117 h 122"/>
                <a:gd name="T6" fmla="*/ 80 w 85"/>
                <a:gd name="T7" fmla="*/ 77 h 122"/>
                <a:gd name="T8" fmla="*/ 66 w 85"/>
                <a:gd name="T9" fmla="*/ 27 h 122"/>
                <a:gd name="T10" fmla="*/ 27 w 85"/>
                <a:gd name="T11" fmla="*/ 5 h 122"/>
                <a:gd name="T12" fmla="*/ 27 w 85"/>
                <a:gd name="T13" fmla="*/ 5 h 122"/>
                <a:gd name="T14" fmla="*/ 5 w 85"/>
                <a:gd name="T15" fmla="*/ 45 h 122"/>
                <a:gd name="T16" fmla="*/ 19 w 85"/>
                <a:gd name="T17" fmla="*/ 9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122">
                  <a:moveTo>
                    <a:pt x="19" y="95"/>
                  </a:moveTo>
                  <a:cubicBezTo>
                    <a:pt x="24" y="112"/>
                    <a:pt x="42" y="122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76" y="111"/>
                    <a:pt x="85" y="94"/>
                    <a:pt x="80" y="77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1" y="10"/>
                    <a:pt x="43" y="0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10" y="10"/>
                    <a:pt x="0" y="28"/>
                    <a:pt x="5" y="45"/>
                  </a:cubicBezTo>
                  <a:lnTo>
                    <a:pt x="19" y="95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iṥ1íḍè">
              <a:extLst>
                <a:ext uri="{FF2B5EF4-FFF2-40B4-BE49-F238E27FC236}">
                  <a16:creationId xmlns:a16="http://schemas.microsoft.com/office/drawing/2014/main" id="{22B737E4-1434-46AD-A39E-785F008EF556}"/>
                </a:ext>
              </a:extLst>
            </p:cNvPr>
            <p:cNvSpPr/>
            <p:nvPr userDrawn="1"/>
          </p:nvSpPr>
          <p:spPr bwMode="auto">
            <a:xfrm>
              <a:off x="7869238" y="2289175"/>
              <a:ext cx="385763" cy="376238"/>
            </a:xfrm>
            <a:custGeom>
              <a:avLst/>
              <a:gdLst>
                <a:gd name="T0" fmla="*/ 12 w 117"/>
                <a:gd name="T1" fmla="*/ 60 h 114"/>
                <a:gd name="T2" fmla="*/ 11 w 117"/>
                <a:gd name="T3" fmla="*/ 102 h 114"/>
                <a:gd name="T4" fmla="*/ 11 w 117"/>
                <a:gd name="T5" fmla="*/ 102 h 114"/>
                <a:gd name="T6" fmla="*/ 53 w 117"/>
                <a:gd name="T7" fmla="*/ 103 h 114"/>
                <a:gd name="T8" fmla="*/ 105 w 117"/>
                <a:gd name="T9" fmla="*/ 54 h 114"/>
                <a:gd name="T10" fmla="*/ 106 w 117"/>
                <a:gd name="T11" fmla="*/ 12 h 114"/>
                <a:gd name="T12" fmla="*/ 106 w 117"/>
                <a:gd name="T13" fmla="*/ 12 h 114"/>
                <a:gd name="T14" fmla="*/ 64 w 117"/>
                <a:gd name="T15" fmla="*/ 11 h 114"/>
                <a:gd name="T16" fmla="*/ 12 w 117"/>
                <a:gd name="T17" fmla="*/ 6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4">
                  <a:moveTo>
                    <a:pt x="12" y="60"/>
                  </a:moveTo>
                  <a:cubicBezTo>
                    <a:pt x="0" y="71"/>
                    <a:pt x="0" y="90"/>
                    <a:pt x="11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22" y="113"/>
                    <a:pt x="41" y="114"/>
                    <a:pt x="53" y="103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17" y="43"/>
                    <a:pt x="117" y="24"/>
                    <a:pt x="106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95" y="1"/>
                    <a:pt x="76" y="0"/>
                    <a:pt x="64" y="11"/>
                  </a:cubicBezTo>
                  <a:lnTo>
                    <a:pt x="12" y="60"/>
                  </a:lnTo>
                  <a:close/>
                </a:path>
              </a:pathLst>
            </a:custGeom>
            <a:solidFill>
              <a:srgbClr val="9DCC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íṥ1ïḋè">
              <a:extLst>
                <a:ext uri="{FF2B5EF4-FFF2-40B4-BE49-F238E27FC236}">
                  <a16:creationId xmlns:a16="http://schemas.microsoft.com/office/drawing/2014/main" id="{2672C0B5-11B3-45A6-AC20-DCB820ACB21E}"/>
                </a:ext>
              </a:extLst>
            </p:cNvPr>
            <p:cNvSpPr/>
            <p:nvPr userDrawn="1"/>
          </p:nvSpPr>
          <p:spPr bwMode="auto">
            <a:xfrm>
              <a:off x="8070851" y="2286000"/>
              <a:ext cx="223838" cy="131763"/>
            </a:xfrm>
            <a:custGeom>
              <a:avLst/>
              <a:gdLst>
                <a:gd name="T0" fmla="*/ 61 w 68"/>
                <a:gd name="T1" fmla="*/ 40 h 40"/>
                <a:gd name="T2" fmla="*/ 0 w 68"/>
                <a:gd name="T3" fmla="*/ 16 h 40"/>
                <a:gd name="T4" fmla="*/ 1 w 68"/>
                <a:gd name="T5" fmla="*/ 9 h 40"/>
                <a:gd name="T6" fmla="*/ 68 w 68"/>
                <a:gd name="T7" fmla="*/ 28 h 40"/>
                <a:gd name="T8" fmla="*/ 61 w 68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0">
                  <a:moveTo>
                    <a:pt x="61" y="40"/>
                  </a:moveTo>
                  <a:cubicBezTo>
                    <a:pt x="54" y="17"/>
                    <a:pt x="1" y="16"/>
                    <a:pt x="0" y="16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4" y="8"/>
                    <a:pt x="57" y="0"/>
                    <a:pt x="68" y="28"/>
                  </a:cubicBezTo>
                  <a:lnTo>
                    <a:pt x="61" y="40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išliḍé">
              <a:extLst>
                <a:ext uri="{FF2B5EF4-FFF2-40B4-BE49-F238E27FC236}">
                  <a16:creationId xmlns:a16="http://schemas.microsoft.com/office/drawing/2014/main" id="{1DB735D7-8725-45BE-A8A6-AFAE6223E187}"/>
                </a:ext>
              </a:extLst>
            </p:cNvPr>
            <p:cNvSpPr/>
            <p:nvPr userDrawn="1"/>
          </p:nvSpPr>
          <p:spPr bwMode="auto">
            <a:xfrm>
              <a:off x="7677151" y="2506663"/>
              <a:ext cx="217488" cy="277813"/>
            </a:xfrm>
            <a:custGeom>
              <a:avLst/>
              <a:gdLst>
                <a:gd name="T0" fmla="*/ 56 w 66"/>
                <a:gd name="T1" fmla="*/ 84 h 84"/>
                <a:gd name="T2" fmla="*/ 36 w 66"/>
                <a:gd name="T3" fmla="*/ 28 h 84"/>
                <a:gd name="T4" fmla="*/ 0 w 66"/>
                <a:gd name="T5" fmla="*/ 20 h 84"/>
                <a:gd name="T6" fmla="*/ 5 w 66"/>
                <a:gd name="T7" fmla="*/ 8 h 84"/>
                <a:gd name="T8" fmla="*/ 46 w 66"/>
                <a:gd name="T9" fmla="*/ 17 h 84"/>
                <a:gd name="T10" fmla="*/ 66 w 66"/>
                <a:gd name="T11" fmla="*/ 81 h 84"/>
                <a:gd name="T12" fmla="*/ 56 w 66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84">
                  <a:moveTo>
                    <a:pt x="56" y="84"/>
                  </a:moveTo>
                  <a:cubicBezTo>
                    <a:pt x="56" y="62"/>
                    <a:pt x="47" y="38"/>
                    <a:pt x="36" y="28"/>
                  </a:cubicBezTo>
                  <a:cubicBezTo>
                    <a:pt x="22" y="15"/>
                    <a:pt x="0" y="20"/>
                    <a:pt x="0" y="2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27" y="0"/>
                    <a:pt x="46" y="17"/>
                  </a:cubicBezTo>
                  <a:cubicBezTo>
                    <a:pt x="60" y="30"/>
                    <a:pt x="66" y="54"/>
                    <a:pt x="66" y="81"/>
                  </a:cubicBezTo>
                  <a:lnTo>
                    <a:pt x="56" y="84"/>
                  </a:lnTo>
                  <a:close/>
                </a:path>
              </a:pathLst>
            </a:custGeom>
            <a:solidFill>
              <a:srgbClr val="EC1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iSľiḋè">
              <a:extLst>
                <a:ext uri="{FF2B5EF4-FFF2-40B4-BE49-F238E27FC236}">
                  <a16:creationId xmlns:a16="http://schemas.microsoft.com/office/drawing/2014/main" id="{6A83AFD8-11CB-44A8-B871-AA14B19C61C8}"/>
                </a:ext>
              </a:extLst>
            </p:cNvPr>
            <p:cNvSpPr/>
            <p:nvPr userDrawn="1"/>
          </p:nvSpPr>
          <p:spPr bwMode="auto">
            <a:xfrm>
              <a:off x="6059488" y="3100388"/>
              <a:ext cx="96838" cy="100013"/>
            </a:xfrm>
            <a:custGeom>
              <a:avLst/>
              <a:gdLst>
                <a:gd name="T0" fmla="*/ 27 w 29"/>
                <a:gd name="T1" fmla="*/ 22 h 30"/>
                <a:gd name="T2" fmla="*/ 22 w 29"/>
                <a:gd name="T3" fmla="*/ 15 h 30"/>
                <a:gd name="T4" fmla="*/ 28 w 29"/>
                <a:gd name="T5" fmla="*/ 6 h 30"/>
                <a:gd name="T6" fmla="*/ 17 w 29"/>
                <a:gd name="T7" fmla="*/ 9 h 30"/>
                <a:gd name="T8" fmla="*/ 12 w 29"/>
                <a:gd name="T9" fmla="*/ 2 h 30"/>
                <a:gd name="T10" fmla="*/ 10 w 29"/>
                <a:gd name="T11" fmla="*/ 2 h 30"/>
                <a:gd name="T12" fmla="*/ 10 w 29"/>
                <a:gd name="T13" fmla="*/ 11 h 30"/>
                <a:gd name="T14" fmla="*/ 2 w 29"/>
                <a:gd name="T15" fmla="*/ 15 h 30"/>
                <a:gd name="T16" fmla="*/ 2 w 29"/>
                <a:gd name="T17" fmla="*/ 17 h 30"/>
                <a:gd name="T18" fmla="*/ 11 w 29"/>
                <a:gd name="T19" fmla="*/ 19 h 30"/>
                <a:gd name="T20" fmla="*/ 10 w 29"/>
                <a:gd name="T21" fmla="*/ 28 h 30"/>
                <a:gd name="T22" fmla="*/ 12 w 29"/>
                <a:gd name="T23" fmla="*/ 29 h 30"/>
                <a:gd name="T24" fmla="*/ 18 w 29"/>
                <a:gd name="T25" fmla="*/ 22 h 30"/>
                <a:gd name="T26" fmla="*/ 27 w 29"/>
                <a:gd name="T27" fmla="*/ 25 h 30"/>
                <a:gd name="T28" fmla="*/ 27 w 29"/>
                <a:gd name="T29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0">
                  <a:moveTo>
                    <a:pt x="27" y="22"/>
                  </a:move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8" y="7"/>
                    <a:pt x="28" y="6"/>
                  </a:cubicBezTo>
                  <a:cubicBezTo>
                    <a:pt x="27" y="5"/>
                    <a:pt x="17" y="9"/>
                    <a:pt x="17" y="9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0" y="0"/>
                    <a:pt x="10" y="2"/>
                  </a:cubicBezTo>
                  <a:cubicBezTo>
                    <a:pt x="9" y="4"/>
                    <a:pt x="10" y="11"/>
                    <a:pt x="10" y="11"/>
                  </a:cubicBezTo>
                  <a:cubicBezTo>
                    <a:pt x="10" y="11"/>
                    <a:pt x="3" y="14"/>
                    <a:pt x="2" y="15"/>
                  </a:cubicBezTo>
                  <a:cubicBezTo>
                    <a:pt x="1" y="15"/>
                    <a:pt x="0" y="16"/>
                    <a:pt x="2" y="17"/>
                  </a:cubicBezTo>
                  <a:cubicBezTo>
                    <a:pt x="4" y="18"/>
                    <a:pt x="10" y="19"/>
                    <a:pt x="11" y="19"/>
                  </a:cubicBezTo>
                  <a:cubicBezTo>
                    <a:pt x="11" y="20"/>
                    <a:pt x="10" y="25"/>
                    <a:pt x="10" y="28"/>
                  </a:cubicBezTo>
                  <a:cubicBezTo>
                    <a:pt x="10" y="30"/>
                    <a:pt x="12" y="30"/>
                    <a:pt x="12" y="29"/>
                  </a:cubicBezTo>
                  <a:cubicBezTo>
                    <a:pt x="13" y="28"/>
                    <a:pt x="18" y="22"/>
                    <a:pt x="18" y="22"/>
                  </a:cubicBezTo>
                  <a:cubicBezTo>
                    <a:pt x="18" y="22"/>
                    <a:pt x="25" y="25"/>
                    <a:pt x="27" y="25"/>
                  </a:cubicBezTo>
                  <a:cubicBezTo>
                    <a:pt x="29" y="24"/>
                    <a:pt x="27" y="22"/>
                    <a:pt x="27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ïṧḻiďé">
              <a:extLst>
                <a:ext uri="{FF2B5EF4-FFF2-40B4-BE49-F238E27FC236}">
                  <a16:creationId xmlns:a16="http://schemas.microsoft.com/office/drawing/2014/main" id="{F89A7D0A-00E4-4439-84A3-6B3CF8211363}"/>
                </a:ext>
              </a:extLst>
            </p:cNvPr>
            <p:cNvSpPr/>
            <p:nvPr userDrawn="1"/>
          </p:nvSpPr>
          <p:spPr bwMode="auto">
            <a:xfrm>
              <a:off x="7505701" y="4683125"/>
              <a:ext cx="52388" cy="52388"/>
            </a:xfrm>
            <a:custGeom>
              <a:avLst/>
              <a:gdLst>
                <a:gd name="T0" fmla="*/ 15 w 16"/>
                <a:gd name="T1" fmla="*/ 13 h 16"/>
                <a:gd name="T2" fmla="*/ 12 w 16"/>
                <a:gd name="T3" fmla="*/ 9 h 16"/>
                <a:gd name="T4" fmla="*/ 15 w 16"/>
                <a:gd name="T5" fmla="*/ 4 h 16"/>
                <a:gd name="T6" fmla="*/ 9 w 16"/>
                <a:gd name="T7" fmla="*/ 5 h 16"/>
                <a:gd name="T8" fmla="*/ 6 w 16"/>
                <a:gd name="T9" fmla="*/ 1 h 16"/>
                <a:gd name="T10" fmla="*/ 5 w 16"/>
                <a:gd name="T11" fmla="*/ 1 h 16"/>
                <a:gd name="T12" fmla="*/ 5 w 16"/>
                <a:gd name="T13" fmla="*/ 6 h 16"/>
                <a:gd name="T14" fmla="*/ 1 w 16"/>
                <a:gd name="T15" fmla="*/ 8 h 16"/>
                <a:gd name="T16" fmla="*/ 1 w 16"/>
                <a:gd name="T17" fmla="*/ 9 h 16"/>
                <a:gd name="T18" fmla="*/ 6 w 16"/>
                <a:gd name="T19" fmla="*/ 10 h 16"/>
                <a:gd name="T20" fmla="*/ 6 w 16"/>
                <a:gd name="T21" fmla="*/ 15 h 16"/>
                <a:gd name="T22" fmla="*/ 7 w 16"/>
                <a:gd name="T23" fmla="*/ 16 h 16"/>
                <a:gd name="T24" fmla="*/ 10 w 16"/>
                <a:gd name="T25" fmla="*/ 12 h 16"/>
                <a:gd name="T26" fmla="*/ 15 w 16"/>
                <a:gd name="T27" fmla="*/ 14 h 16"/>
                <a:gd name="T28" fmla="*/ 15 w 16"/>
                <a:gd name="T2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5" y="13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5" y="4"/>
                    <a:pt x="15" y="4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5" y="1"/>
                  </a:cubicBezTo>
                  <a:cubicBezTo>
                    <a:pt x="5" y="2"/>
                    <a:pt x="5" y="6"/>
                    <a:pt x="5" y="6"/>
                  </a:cubicBezTo>
                  <a:cubicBezTo>
                    <a:pt x="5" y="6"/>
                    <a:pt x="1" y="8"/>
                    <a:pt x="1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2" y="10"/>
                    <a:pt x="5" y="10"/>
                    <a:pt x="6" y="10"/>
                  </a:cubicBezTo>
                  <a:cubicBezTo>
                    <a:pt x="6" y="11"/>
                    <a:pt x="6" y="14"/>
                    <a:pt x="6" y="15"/>
                  </a:cubicBezTo>
                  <a:cubicBezTo>
                    <a:pt x="6" y="16"/>
                    <a:pt x="7" y="16"/>
                    <a:pt x="7" y="16"/>
                  </a:cubicBezTo>
                  <a:cubicBezTo>
                    <a:pt x="7" y="16"/>
                    <a:pt x="10" y="12"/>
                    <a:pt x="10" y="12"/>
                  </a:cubicBezTo>
                  <a:cubicBezTo>
                    <a:pt x="10" y="12"/>
                    <a:pt x="14" y="14"/>
                    <a:pt x="15" y="14"/>
                  </a:cubicBezTo>
                  <a:cubicBezTo>
                    <a:pt x="16" y="14"/>
                    <a:pt x="15" y="13"/>
                    <a:pt x="15" y="13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îśḷiḋe">
              <a:extLst>
                <a:ext uri="{FF2B5EF4-FFF2-40B4-BE49-F238E27FC236}">
                  <a16:creationId xmlns:a16="http://schemas.microsoft.com/office/drawing/2014/main" id="{6E3C8CEA-49A2-4DE0-A5DA-FF5B9B8FCD8F}"/>
                </a:ext>
              </a:extLst>
            </p:cNvPr>
            <p:cNvSpPr/>
            <p:nvPr userDrawn="1"/>
          </p:nvSpPr>
          <p:spPr bwMode="auto">
            <a:xfrm>
              <a:off x="8116888" y="3140075"/>
              <a:ext cx="71438" cy="76200"/>
            </a:xfrm>
            <a:custGeom>
              <a:avLst/>
              <a:gdLst>
                <a:gd name="T0" fmla="*/ 21 w 22"/>
                <a:gd name="T1" fmla="*/ 18 h 23"/>
                <a:gd name="T2" fmla="*/ 17 w 22"/>
                <a:gd name="T3" fmla="*/ 12 h 23"/>
                <a:gd name="T4" fmla="*/ 21 w 22"/>
                <a:gd name="T5" fmla="*/ 5 h 23"/>
                <a:gd name="T6" fmla="*/ 13 w 22"/>
                <a:gd name="T7" fmla="*/ 7 h 23"/>
                <a:gd name="T8" fmla="*/ 9 w 22"/>
                <a:gd name="T9" fmla="*/ 2 h 23"/>
                <a:gd name="T10" fmla="*/ 7 w 22"/>
                <a:gd name="T11" fmla="*/ 2 h 23"/>
                <a:gd name="T12" fmla="*/ 8 w 22"/>
                <a:gd name="T13" fmla="*/ 9 h 23"/>
                <a:gd name="T14" fmla="*/ 1 w 22"/>
                <a:gd name="T15" fmla="*/ 11 h 23"/>
                <a:gd name="T16" fmla="*/ 2 w 22"/>
                <a:gd name="T17" fmla="*/ 13 h 23"/>
                <a:gd name="T18" fmla="*/ 8 w 22"/>
                <a:gd name="T19" fmla="*/ 15 h 23"/>
                <a:gd name="T20" fmla="*/ 8 w 22"/>
                <a:gd name="T21" fmla="*/ 22 h 23"/>
                <a:gd name="T22" fmla="*/ 10 w 22"/>
                <a:gd name="T23" fmla="*/ 23 h 23"/>
                <a:gd name="T24" fmla="*/ 14 w 22"/>
                <a:gd name="T25" fmla="*/ 17 h 23"/>
                <a:gd name="T26" fmla="*/ 21 w 22"/>
                <a:gd name="T27" fmla="*/ 20 h 23"/>
                <a:gd name="T28" fmla="*/ 21 w 22"/>
                <a:gd name="T29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23">
                  <a:moveTo>
                    <a:pt x="21" y="18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21" y="6"/>
                    <a:pt x="21" y="5"/>
                  </a:cubicBezTo>
                  <a:cubicBezTo>
                    <a:pt x="20" y="4"/>
                    <a:pt x="13" y="7"/>
                    <a:pt x="13" y="7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7" y="0"/>
                    <a:pt x="7" y="2"/>
                  </a:cubicBezTo>
                  <a:cubicBezTo>
                    <a:pt x="6" y="3"/>
                    <a:pt x="8" y="9"/>
                    <a:pt x="8" y="9"/>
                  </a:cubicBezTo>
                  <a:cubicBezTo>
                    <a:pt x="8" y="9"/>
                    <a:pt x="2" y="11"/>
                    <a:pt x="1" y="11"/>
                  </a:cubicBezTo>
                  <a:cubicBezTo>
                    <a:pt x="0" y="12"/>
                    <a:pt x="0" y="12"/>
                    <a:pt x="2" y="13"/>
                  </a:cubicBezTo>
                  <a:cubicBezTo>
                    <a:pt x="3" y="13"/>
                    <a:pt x="7" y="15"/>
                    <a:pt x="8" y="15"/>
                  </a:cubicBezTo>
                  <a:cubicBezTo>
                    <a:pt x="8" y="16"/>
                    <a:pt x="8" y="20"/>
                    <a:pt x="8" y="22"/>
                  </a:cubicBezTo>
                  <a:cubicBezTo>
                    <a:pt x="8" y="23"/>
                    <a:pt x="9" y="23"/>
                    <a:pt x="10" y="23"/>
                  </a:cubicBezTo>
                  <a:cubicBezTo>
                    <a:pt x="10" y="22"/>
                    <a:pt x="14" y="17"/>
                    <a:pt x="14" y="17"/>
                  </a:cubicBezTo>
                  <a:cubicBezTo>
                    <a:pt x="14" y="17"/>
                    <a:pt x="19" y="20"/>
                    <a:pt x="21" y="20"/>
                  </a:cubicBezTo>
                  <a:cubicBezTo>
                    <a:pt x="22" y="20"/>
                    <a:pt x="21" y="18"/>
                    <a:pt x="21" y="18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íšľíḑê">
              <a:extLst>
                <a:ext uri="{FF2B5EF4-FFF2-40B4-BE49-F238E27FC236}">
                  <a16:creationId xmlns:a16="http://schemas.microsoft.com/office/drawing/2014/main" id="{3704E95F-1293-4EC6-969F-ECFA72AF9C03}"/>
                </a:ext>
              </a:extLst>
            </p:cNvPr>
            <p:cNvSpPr/>
            <p:nvPr userDrawn="1"/>
          </p:nvSpPr>
          <p:spPr bwMode="auto">
            <a:xfrm>
              <a:off x="6713538" y="2932113"/>
              <a:ext cx="52388" cy="53975"/>
            </a:xfrm>
            <a:custGeom>
              <a:avLst/>
              <a:gdLst>
                <a:gd name="T0" fmla="*/ 15 w 16"/>
                <a:gd name="T1" fmla="*/ 12 h 16"/>
                <a:gd name="T2" fmla="*/ 12 w 16"/>
                <a:gd name="T3" fmla="*/ 8 h 16"/>
                <a:gd name="T4" fmla="*/ 15 w 16"/>
                <a:gd name="T5" fmla="*/ 3 h 16"/>
                <a:gd name="T6" fmla="*/ 9 w 16"/>
                <a:gd name="T7" fmla="*/ 4 h 16"/>
                <a:gd name="T8" fmla="*/ 6 w 16"/>
                <a:gd name="T9" fmla="*/ 1 h 16"/>
                <a:gd name="T10" fmla="*/ 5 w 16"/>
                <a:gd name="T11" fmla="*/ 1 h 16"/>
                <a:gd name="T12" fmla="*/ 6 w 16"/>
                <a:gd name="T13" fmla="*/ 6 h 16"/>
                <a:gd name="T14" fmla="*/ 1 w 16"/>
                <a:gd name="T15" fmla="*/ 7 h 16"/>
                <a:gd name="T16" fmla="*/ 1 w 16"/>
                <a:gd name="T17" fmla="*/ 9 h 16"/>
                <a:gd name="T18" fmla="*/ 6 w 16"/>
                <a:gd name="T19" fmla="*/ 10 h 16"/>
                <a:gd name="T20" fmla="*/ 6 w 16"/>
                <a:gd name="T21" fmla="*/ 15 h 16"/>
                <a:gd name="T22" fmla="*/ 7 w 16"/>
                <a:gd name="T23" fmla="*/ 15 h 16"/>
                <a:gd name="T24" fmla="*/ 10 w 16"/>
                <a:gd name="T25" fmla="*/ 11 h 16"/>
                <a:gd name="T26" fmla="*/ 15 w 16"/>
                <a:gd name="T27" fmla="*/ 13 h 16"/>
                <a:gd name="T28" fmla="*/ 15 w 16"/>
                <a:gd name="T2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5" y="12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5" y="4"/>
                    <a:pt x="15" y="3"/>
                  </a:cubicBezTo>
                  <a:cubicBezTo>
                    <a:pt x="14" y="3"/>
                    <a:pt x="9" y="4"/>
                    <a:pt x="9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5" y="1"/>
                  </a:cubicBezTo>
                  <a:cubicBezTo>
                    <a:pt x="5" y="1"/>
                    <a:pt x="6" y="6"/>
                    <a:pt x="6" y="6"/>
                  </a:cubicBezTo>
                  <a:cubicBezTo>
                    <a:pt x="6" y="6"/>
                    <a:pt x="2" y="7"/>
                    <a:pt x="1" y="7"/>
                  </a:cubicBezTo>
                  <a:cubicBezTo>
                    <a:pt x="1" y="8"/>
                    <a:pt x="0" y="8"/>
                    <a:pt x="1" y="9"/>
                  </a:cubicBezTo>
                  <a:cubicBezTo>
                    <a:pt x="3" y="9"/>
                    <a:pt x="6" y="10"/>
                    <a:pt x="6" y="10"/>
                  </a:cubicBezTo>
                  <a:cubicBezTo>
                    <a:pt x="6" y="10"/>
                    <a:pt x="6" y="13"/>
                    <a:pt x="6" y="15"/>
                  </a:cubicBezTo>
                  <a:cubicBezTo>
                    <a:pt x="6" y="16"/>
                    <a:pt x="7" y="16"/>
                    <a:pt x="7" y="15"/>
                  </a:cubicBezTo>
                  <a:cubicBezTo>
                    <a:pt x="8" y="15"/>
                    <a:pt x="10" y="11"/>
                    <a:pt x="10" y="11"/>
                  </a:cubicBezTo>
                  <a:cubicBezTo>
                    <a:pt x="10" y="11"/>
                    <a:pt x="14" y="13"/>
                    <a:pt x="15" y="13"/>
                  </a:cubicBezTo>
                  <a:cubicBezTo>
                    <a:pt x="16" y="13"/>
                    <a:pt x="15" y="12"/>
                    <a:pt x="15" y="1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iṣḷiḓe">
              <a:extLst>
                <a:ext uri="{FF2B5EF4-FFF2-40B4-BE49-F238E27FC236}">
                  <a16:creationId xmlns:a16="http://schemas.microsoft.com/office/drawing/2014/main" id="{7C4F7FC9-8B8C-4AC6-BEAF-2A2D77819F7E}"/>
                </a:ext>
              </a:extLst>
            </p:cNvPr>
            <p:cNvSpPr/>
            <p:nvPr userDrawn="1"/>
          </p:nvSpPr>
          <p:spPr bwMode="auto">
            <a:xfrm>
              <a:off x="5407026" y="2511425"/>
              <a:ext cx="49213" cy="52388"/>
            </a:xfrm>
            <a:custGeom>
              <a:avLst/>
              <a:gdLst>
                <a:gd name="T0" fmla="*/ 14 w 15"/>
                <a:gd name="T1" fmla="*/ 12 h 16"/>
                <a:gd name="T2" fmla="*/ 12 w 15"/>
                <a:gd name="T3" fmla="*/ 8 h 16"/>
                <a:gd name="T4" fmla="*/ 14 w 15"/>
                <a:gd name="T5" fmla="*/ 3 h 16"/>
                <a:gd name="T6" fmla="*/ 9 w 15"/>
                <a:gd name="T7" fmla="*/ 5 h 16"/>
                <a:gd name="T8" fmla="*/ 6 w 15"/>
                <a:gd name="T9" fmla="*/ 1 h 16"/>
                <a:gd name="T10" fmla="*/ 4 w 15"/>
                <a:gd name="T11" fmla="*/ 1 h 16"/>
                <a:gd name="T12" fmla="*/ 5 w 15"/>
                <a:gd name="T13" fmla="*/ 6 h 16"/>
                <a:gd name="T14" fmla="*/ 0 w 15"/>
                <a:gd name="T15" fmla="*/ 8 h 16"/>
                <a:gd name="T16" fmla="*/ 1 w 15"/>
                <a:gd name="T17" fmla="*/ 9 h 16"/>
                <a:gd name="T18" fmla="*/ 5 w 15"/>
                <a:gd name="T19" fmla="*/ 10 h 16"/>
                <a:gd name="T20" fmla="*/ 6 w 15"/>
                <a:gd name="T21" fmla="*/ 15 h 16"/>
                <a:gd name="T22" fmla="*/ 7 w 15"/>
                <a:gd name="T23" fmla="*/ 16 h 16"/>
                <a:gd name="T24" fmla="*/ 10 w 15"/>
                <a:gd name="T25" fmla="*/ 12 h 16"/>
                <a:gd name="T26" fmla="*/ 14 w 15"/>
                <a:gd name="T27" fmla="*/ 14 h 16"/>
                <a:gd name="T28" fmla="*/ 14 w 15"/>
                <a:gd name="T2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14" y="12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5" y="4"/>
                    <a:pt x="14" y="3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1"/>
                  </a:cubicBezTo>
                  <a:cubicBezTo>
                    <a:pt x="4" y="2"/>
                    <a:pt x="5" y="6"/>
                    <a:pt x="5" y="6"/>
                  </a:cubicBezTo>
                  <a:cubicBezTo>
                    <a:pt x="5" y="6"/>
                    <a:pt x="1" y="7"/>
                    <a:pt x="0" y="8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2" y="9"/>
                    <a:pt x="5" y="10"/>
                    <a:pt x="5" y="10"/>
                  </a:cubicBezTo>
                  <a:cubicBezTo>
                    <a:pt x="5" y="11"/>
                    <a:pt x="5" y="14"/>
                    <a:pt x="6" y="15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5"/>
                    <a:pt x="10" y="12"/>
                    <a:pt x="10" y="12"/>
                  </a:cubicBezTo>
                  <a:cubicBezTo>
                    <a:pt x="10" y="12"/>
                    <a:pt x="13" y="14"/>
                    <a:pt x="14" y="14"/>
                  </a:cubicBezTo>
                  <a:cubicBezTo>
                    <a:pt x="15" y="13"/>
                    <a:pt x="14" y="12"/>
                    <a:pt x="14" y="1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íṡlîḓè">
              <a:extLst>
                <a:ext uri="{FF2B5EF4-FFF2-40B4-BE49-F238E27FC236}">
                  <a16:creationId xmlns:a16="http://schemas.microsoft.com/office/drawing/2014/main" id="{54200E7E-8194-403D-87D8-A85D9A8CB1D6}"/>
                </a:ext>
              </a:extLst>
            </p:cNvPr>
            <p:cNvSpPr/>
            <p:nvPr userDrawn="1"/>
          </p:nvSpPr>
          <p:spPr bwMode="auto">
            <a:xfrm>
              <a:off x="5594351" y="3889375"/>
              <a:ext cx="49213" cy="52388"/>
            </a:xfrm>
            <a:custGeom>
              <a:avLst/>
              <a:gdLst>
                <a:gd name="T0" fmla="*/ 14 w 15"/>
                <a:gd name="T1" fmla="*/ 13 h 16"/>
                <a:gd name="T2" fmla="*/ 12 w 15"/>
                <a:gd name="T3" fmla="*/ 9 h 16"/>
                <a:gd name="T4" fmla="*/ 14 w 15"/>
                <a:gd name="T5" fmla="*/ 4 h 16"/>
                <a:gd name="T6" fmla="*/ 9 w 15"/>
                <a:gd name="T7" fmla="*/ 5 h 16"/>
                <a:gd name="T8" fmla="*/ 6 w 15"/>
                <a:gd name="T9" fmla="*/ 1 h 16"/>
                <a:gd name="T10" fmla="*/ 4 w 15"/>
                <a:gd name="T11" fmla="*/ 1 h 16"/>
                <a:gd name="T12" fmla="*/ 5 w 15"/>
                <a:gd name="T13" fmla="*/ 6 h 16"/>
                <a:gd name="T14" fmla="*/ 0 w 15"/>
                <a:gd name="T15" fmla="*/ 8 h 16"/>
                <a:gd name="T16" fmla="*/ 1 w 15"/>
                <a:gd name="T17" fmla="*/ 9 h 16"/>
                <a:gd name="T18" fmla="*/ 5 w 15"/>
                <a:gd name="T19" fmla="*/ 11 h 16"/>
                <a:gd name="T20" fmla="*/ 5 w 15"/>
                <a:gd name="T21" fmla="*/ 15 h 16"/>
                <a:gd name="T22" fmla="*/ 7 w 15"/>
                <a:gd name="T23" fmla="*/ 16 h 16"/>
                <a:gd name="T24" fmla="*/ 9 w 15"/>
                <a:gd name="T25" fmla="*/ 12 h 16"/>
                <a:gd name="T26" fmla="*/ 14 w 15"/>
                <a:gd name="T27" fmla="*/ 14 h 16"/>
                <a:gd name="T28" fmla="*/ 14 w 15"/>
                <a:gd name="T2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14" y="13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5" y="4"/>
                    <a:pt x="14" y="4"/>
                  </a:cubicBezTo>
                  <a:cubicBezTo>
                    <a:pt x="14" y="3"/>
                    <a:pt x="9" y="5"/>
                    <a:pt x="9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1"/>
                  </a:cubicBezTo>
                  <a:cubicBezTo>
                    <a:pt x="4" y="2"/>
                    <a:pt x="5" y="6"/>
                    <a:pt x="5" y="6"/>
                  </a:cubicBezTo>
                  <a:cubicBezTo>
                    <a:pt x="5" y="6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2" y="10"/>
                    <a:pt x="5" y="10"/>
                    <a:pt x="5" y="11"/>
                  </a:cubicBezTo>
                  <a:cubicBezTo>
                    <a:pt x="5" y="11"/>
                    <a:pt x="5" y="14"/>
                    <a:pt x="5" y="15"/>
                  </a:cubicBezTo>
                  <a:cubicBezTo>
                    <a:pt x="5" y="16"/>
                    <a:pt x="6" y="16"/>
                    <a:pt x="7" y="16"/>
                  </a:cubicBezTo>
                  <a:cubicBezTo>
                    <a:pt x="7" y="16"/>
                    <a:pt x="9" y="12"/>
                    <a:pt x="9" y="12"/>
                  </a:cubicBezTo>
                  <a:cubicBezTo>
                    <a:pt x="9" y="12"/>
                    <a:pt x="13" y="14"/>
                    <a:pt x="14" y="14"/>
                  </a:cubicBezTo>
                  <a:cubicBezTo>
                    <a:pt x="15" y="14"/>
                    <a:pt x="14" y="13"/>
                    <a:pt x="14" y="13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íSlîḍé">
              <a:extLst>
                <a:ext uri="{FF2B5EF4-FFF2-40B4-BE49-F238E27FC236}">
                  <a16:creationId xmlns:a16="http://schemas.microsoft.com/office/drawing/2014/main" id="{3C0CFF75-AA11-41E3-8744-B64C0409F74D}"/>
                </a:ext>
              </a:extLst>
            </p:cNvPr>
            <p:cNvSpPr/>
            <p:nvPr userDrawn="1"/>
          </p:nvSpPr>
          <p:spPr bwMode="auto">
            <a:xfrm>
              <a:off x="7037388" y="2619375"/>
              <a:ext cx="92075" cy="98425"/>
            </a:xfrm>
            <a:custGeom>
              <a:avLst/>
              <a:gdLst>
                <a:gd name="T0" fmla="*/ 27 w 28"/>
                <a:gd name="T1" fmla="*/ 22 h 30"/>
                <a:gd name="T2" fmla="*/ 22 w 28"/>
                <a:gd name="T3" fmla="*/ 15 h 30"/>
                <a:gd name="T4" fmla="*/ 27 w 28"/>
                <a:gd name="T5" fmla="*/ 6 h 30"/>
                <a:gd name="T6" fmla="*/ 17 w 28"/>
                <a:gd name="T7" fmla="*/ 9 h 30"/>
                <a:gd name="T8" fmla="*/ 12 w 28"/>
                <a:gd name="T9" fmla="*/ 2 h 30"/>
                <a:gd name="T10" fmla="*/ 9 w 28"/>
                <a:gd name="T11" fmla="*/ 2 h 30"/>
                <a:gd name="T12" fmla="*/ 10 w 28"/>
                <a:gd name="T13" fmla="*/ 11 h 30"/>
                <a:gd name="T14" fmla="*/ 1 w 28"/>
                <a:gd name="T15" fmla="*/ 15 h 30"/>
                <a:gd name="T16" fmla="*/ 2 w 28"/>
                <a:gd name="T17" fmla="*/ 17 h 30"/>
                <a:gd name="T18" fmla="*/ 10 w 28"/>
                <a:gd name="T19" fmla="*/ 19 h 30"/>
                <a:gd name="T20" fmla="*/ 10 w 28"/>
                <a:gd name="T21" fmla="*/ 28 h 30"/>
                <a:gd name="T22" fmla="*/ 12 w 28"/>
                <a:gd name="T23" fmla="*/ 29 h 30"/>
                <a:gd name="T24" fmla="*/ 18 w 28"/>
                <a:gd name="T25" fmla="*/ 22 h 30"/>
                <a:gd name="T26" fmla="*/ 26 w 28"/>
                <a:gd name="T27" fmla="*/ 24 h 30"/>
                <a:gd name="T28" fmla="*/ 27 w 28"/>
                <a:gd name="T29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30">
                  <a:moveTo>
                    <a:pt x="27" y="22"/>
                  </a:move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8" y="7"/>
                    <a:pt x="27" y="6"/>
                  </a:cubicBezTo>
                  <a:cubicBezTo>
                    <a:pt x="26" y="5"/>
                    <a:pt x="17" y="9"/>
                    <a:pt x="17" y="9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0" y="0"/>
                    <a:pt x="9" y="2"/>
                  </a:cubicBezTo>
                  <a:cubicBezTo>
                    <a:pt x="9" y="4"/>
                    <a:pt x="10" y="11"/>
                    <a:pt x="10" y="11"/>
                  </a:cubicBezTo>
                  <a:cubicBezTo>
                    <a:pt x="10" y="11"/>
                    <a:pt x="2" y="14"/>
                    <a:pt x="1" y="15"/>
                  </a:cubicBezTo>
                  <a:cubicBezTo>
                    <a:pt x="0" y="15"/>
                    <a:pt x="0" y="16"/>
                    <a:pt x="2" y="17"/>
                  </a:cubicBezTo>
                  <a:cubicBezTo>
                    <a:pt x="4" y="18"/>
                    <a:pt x="9" y="19"/>
                    <a:pt x="10" y="19"/>
                  </a:cubicBezTo>
                  <a:cubicBezTo>
                    <a:pt x="10" y="20"/>
                    <a:pt x="10" y="25"/>
                    <a:pt x="10" y="28"/>
                  </a:cubicBezTo>
                  <a:cubicBezTo>
                    <a:pt x="10" y="30"/>
                    <a:pt x="11" y="30"/>
                    <a:pt x="12" y="29"/>
                  </a:cubicBezTo>
                  <a:cubicBezTo>
                    <a:pt x="13" y="28"/>
                    <a:pt x="18" y="22"/>
                    <a:pt x="18" y="22"/>
                  </a:cubicBezTo>
                  <a:cubicBezTo>
                    <a:pt x="18" y="22"/>
                    <a:pt x="25" y="25"/>
                    <a:pt x="26" y="24"/>
                  </a:cubicBezTo>
                  <a:cubicBezTo>
                    <a:pt x="28" y="24"/>
                    <a:pt x="27" y="22"/>
                    <a:pt x="27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í$ḷîḋe">
              <a:extLst>
                <a:ext uri="{FF2B5EF4-FFF2-40B4-BE49-F238E27FC236}">
                  <a16:creationId xmlns:a16="http://schemas.microsoft.com/office/drawing/2014/main" id="{714F03BC-B53D-4B17-98AC-05A6A83A52B5}"/>
                </a:ext>
              </a:extLst>
            </p:cNvPr>
            <p:cNvSpPr/>
            <p:nvPr userDrawn="1"/>
          </p:nvSpPr>
          <p:spPr bwMode="auto">
            <a:xfrm>
              <a:off x="7410451" y="3417888"/>
              <a:ext cx="165100" cy="171450"/>
            </a:xfrm>
            <a:custGeom>
              <a:avLst/>
              <a:gdLst>
                <a:gd name="T0" fmla="*/ 47 w 50"/>
                <a:gd name="T1" fmla="*/ 38 h 52"/>
                <a:gd name="T2" fmla="*/ 39 w 50"/>
                <a:gd name="T3" fmla="*/ 26 h 52"/>
                <a:gd name="T4" fmla="*/ 48 w 50"/>
                <a:gd name="T5" fmla="*/ 10 h 52"/>
                <a:gd name="T6" fmla="*/ 30 w 50"/>
                <a:gd name="T7" fmla="*/ 15 h 52"/>
                <a:gd name="T8" fmla="*/ 21 w 50"/>
                <a:gd name="T9" fmla="*/ 3 h 52"/>
                <a:gd name="T10" fmla="*/ 16 w 50"/>
                <a:gd name="T11" fmla="*/ 3 h 52"/>
                <a:gd name="T12" fmla="*/ 17 w 50"/>
                <a:gd name="T13" fmla="*/ 19 h 52"/>
                <a:gd name="T14" fmla="*/ 2 w 50"/>
                <a:gd name="T15" fmla="*/ 26 h 52"/>
                <a:gd name="T16" fmla="*/ 3 w 50"/>
                <a:gd name="T17" fmla="*/ 29 h 52"/>
                <a:gd name="T18" fmla="*/ 18 w 50"/>
                <a:gd name="T19" fmla="*/ 33 h 52"/>
                <a:gd name="T20" fmla="*/ 17 w 50"/>
                <a:gd name="T21" fmla="*/ 49 h 52"/>
                <a:gd name="T22" fmla="*/ 21 w 50"/>
                <a:gd name="T23" fmla="*/ 50 h 52"/>
                <a:gd name="T24" fmla="*/ 31 w 50"/>
                <a:gd name="T25" fmla="*/ 37 h 52"/>
                <a:gd name="T26" fmla="*/ 46 w 50"/>
                <a:gd name="T27" fmla="*/ 42 h 52"/>
                <a:gd name="T28" fmla="*/ 47 w 50"/>
                <a:gd name="T29" fmla="*/ 3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52">
                  <a:moveTo>
                    <a:pt x="47" y="38"/>
                  </a:move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50" y="11"/>
                    <a:pt x="48" y="10"/>
                  </a:cubicBezTo>
                  <a:cubicBezTo>
                    <a:pt x="47" y="8"/>
                    <a:pt x="30" y="15"/>
                    <a:pt x="30" y="1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18" y="0"/>
                    <a:pt x="16" y="3"/>
                  </a:cubicBezTo>
                  <a:cubicBezTo>
                    <a:pt x="15" y="6"/>
                    <a:pt x="17" y="19"/>
                    <a:pt x="17" y="19"/>
                  </a:cubicBezTo>
                  <a:cubicBezTo>
                    <a:pt x="17" y="19"/>
                    <a:pt x="4" y="25"/>
                    <a:pt x="2" y="26"/>
                  </a:cubicBezTo>
                  <a:cubicBezTo>
                    <a:pt x="0" y="27"/>
                    <a:pt x="0" y="28"/>
                    <a:pt x="3" y="29"/>
                  </a:cubicBezTo>
                  <a:cubicBezTo>
                    <a:pt x="7" y="31"/>
                    <a:pt x="16" y="33"/>
                    <a:pt x="18" y="33"/>
                  </a:cubicBezTo>
                  <a:cubicBezTo>
                    <a:pt x="18" y="35"/>
                    <a:pt x="17" y="44"/>
                    <a:pt x="17" y="49"/>
                  </a:cubicBezTo>
                  <a:cubicBezTo>
                    <a:pt x="17" y="52"/>
                    <a:pt x="19" y="52"/>
                    <a:pt x="21" y="50"/>
                  </a:cubicBezTo>
                  <a:cubicBezTo>
                    <a:pt x="22" y="49"/>
                    <a:pt x="31" y="37"/>
                    <a:pt x="31" y="37"/>
                  </a:cubicBezTo>
                  <a:cubicBezTo>
                    <a:pt x="31" y="37"/>
                    <a:pt x="43" y="43"/>
                    <a:pt x="46" y="42"/>
                  </a:cubicBezTo>
                  <a:cubicBezTo>
                    <a:pt x="50" y="42"/>
                    <a:pt x="47" y="38"/>
                    <a:pt x="47" y="38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îSļiḓè">
              <a:extLst>
                <a:ext uri="{FF2B5EF4-FFF2-40B4-BE49-F238E27FC236}">
                  <a16:creationId xmlns:a16="http://schemas.microsoft.com/office/drawing/2014/main" id="{2F367901-34BE-4A03-8EA0-4A2D78DB6BCE}"/>
                </a:ext>
              </a:extLst>
            </p:cNvPr>
            <p:cNvSpPr/>
            <p:nvPr userDrawn="1"/>
          </p:nvSpPr>
          <p:spPr bwMode="auto">
            <a:xfrm>
              <a:off x="6542088" y="2533650"/>
              <a:ext cx="112713" cy="115888"/>
            </a:xfrm>
            <a:custGeom>
              <a:avLst/>
              <a:gdLst>
                <a:gd name="T0" fmla="*/ 32 w 34"/>
                <a:gd name="T1" fmla="*/ 25 h 35"/>
                <a:gd name="T2" fmla="*/ 26 w 34"/>
                <a:gd name="T3" fmla="*/ 18 h 35"/>
                <a:gd name="T4" fmla="*/ 33 w 34"/>
                <a:gd name="T5" fmla="*/ 6 h 35"/>
                <a:gd name="T6" fmla="*/ 20 w 34"/>
                <a:gd name="T7" fmla="*/ 10 h 35"/>
                <a:gd name="T8" fmla="*/ 14 w 34"/>
                <a:gd name="T9" fmla="*/ 2 h 35"/>
                <a:gd name="T10" fmla="*/ 11 w 34"/>
                <a:gd name="T11" fmla="*/ 2 h 35"/>
                <a:gd name="T12" fmla="*/ 12 w 34"/>
                <a:gd name="T13" fmla="*/ 13 h 35"/>
                <a:gd name="T14" fmla="*/ 1 w 34"/>
                <a:gd name="T15" fmla="*/ 17 h 35"/>
                <a:gd name="T16" fmla="*/ 2 w 34"/>
                <a:gd name="T17" fmla="*/ 20 h 35"/>
                <a:gd name="T18" fmla="*/ 12 w 34"/>
                <a:gd name="T19" fmla="*/ 22 h 35"/>
                <a:gd name="T20" fmla="*/ 11 w 34"/>
                <a:gd name="T21" fmla="*/ 33 h 35"/>
                <a:gd name="T22" fmla="*/ 14 w 34"/>
                <a:gd name="T23" fmla="*/ 34 h 35"/>
                <a:gd name="T24" fmla="*/ 21 w 34"/>
                <a:gd name="T25" fmla="*/ 25 h 35"/>
                <a:gd name="T26" fmla="*/ 31 w 34"/>
                <a:gd name="T27" fmla="*/ 28 h 35"/>
                <a:gd name="T28" fmla="*/ 32 w 34"/>
                <a:gd name="T2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35">
                  <a:moveTo>
                    <a:pt x="32" y="25"/>
                  </a:move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34" y="8"/>
                    <a:pt x="33" y="6"/>
                  </a:cubicBezTo>
                  <a:cubicBezTo>
                    <a:pt x="32" y="5"/>
                    <a:pt x="20" y="10"/>
                    <a:pt x="20" y="1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2" y="0"/>
                    <a:pt x="11" y="2"/>
                  </a:cubicBezTo>
                  <a:cubicBezTo>
                    <a:pt x="10" y="4"/>
                    <a:pt x="12" y="13"/>
                    <a:pt x="12" y="13"/>
                  </a:cubicBezTo>
                  <a:cubicBezTo>
                    <a:pt x="12" y="13"/>
                    <a:pt x="2" y="17"/>
                    <a:pt x="1" y="17"/>
                  </a:cubicBezTo>
                  <a:cubicBezTo>
                    <a:pt x="0" y="18"/>
                    <a:pt x="0" y="19"/>
                    <a:pt x="2" y="20"/>
                  </a:cubicBezTo>
                  <a:cubicBezTo>
                    <a:pt x="5" y="21"/>
                    <a:pt x="11" y="22"/>
                    <a:pt x="12" y="22"/>
                  </a:cubicBezTo>
                  <a:cubicBezTo>
                    <a:pt x="12" y="23"/>
                    <a:pt x="11" y="30"/>
                    <a:pt x="11" y="33"/>
                  </a:cubicBezTo>
                  <a:cubicBezTo>
                    <a:pt x="11" y="35"/>
                    <a:pt x="13" y="35"/>
                    <a:pt x="14" y="34"/>
                  </a:cubicBezTo>
                  <a:cubicBezTo>
                    <a:pt x="15" y="33"/>
                    <a:pt x="21" y="25"/>
                    <a:pt x="21" y="25"/>
                  </a:cubicBezTo>
                  <a:cubicBezTo>
                    <a:pt x="21" y="25"/>
                    <a:pt x="29" y="29"/>
                    <a:pt x="31" y="28"/>
                  </a:cubicBezTo>
                  <a:cubicBezTo>
                    <a:pt x="33" y="28"/>
                    <a:pt x="32" y="25"/>
                    <a:pt x="32" y="25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iṧľíḋé">
              <a:extLst>
                <a:ext uri="{FF2B5EF4-FFF2-40B4-BE49-F238E27FC236}">
                  <a16:creationId xmlns:a16="http://schemas.microsoft.com/office/drawing/2014/main" id="{665CBAB3-F64E-4593-9577-AA363E1CBE14}"/>
                </a:ext>
              </a:extLst>
            </p:cNvPr>
            <p:cNvSpPr/>
            <p:nvPr userDrawn="1"/>
          </p:nvSpPr>
          <p:spPr bwMode="auto">
            <a:xfrm>
              <a:off x="4868863" y="3371850"/>
              <a:ext cx="88900" cy="92075"/>
            </a:xfrm>
            <a:custGeom>
              <a:avLst/>
              <a:gdLst>
                <a:gd name="T0" fmla="*/ 25 w 27"/>
                <a:gd name="T1" fmla="*/ 22 h 28"/>
                <a:gd name="T2" fmla="*/ 20 w 27"/>
                <a:gd name="T3" fmla="*/ 15 h 28"/>
                <a:gd name="T4" fmla="*/ 25 w 27"/>
                <a:gd name="T5" fmla="*/ 6 h 28"/>
                <a:gd name="T6" fmla="*/ 15 w 27"/>
                <a:gd name="T7" fmla="*/ 8 h 28"/>
                <a:gd name="T8" fmla="*/ 10 w 27"/>
                <a:gd name="T9" fmla="*/ 2 h 28"/>
                <a:gd name="T10" fmla="*/ 8 w 27"/>
                <a:gd name="T11" fmla="*/ 1 h 28"/>
                <a:gd name="T12" fmla="*/ 9 w 27"/>
                <a:gd name="T13" fmla="*/ 10 h 28"/>
                <a:gd name="T14" fmla="*/ 1 w 27"/>
                <a:gd name="T15" fmla="*/ 13 h 28"/>
                <a:gd name="T16" fmla="*/ 1 w 27"/>
                <a:gd name="T17" fmla="*/ 15 h 28"/>
                <a:gd name="T18" fmla="*/ 9 w 27"/>
                <a:gd name="T19" fmla="*/ 18 h 28"/>
                <a:gd name="T20" fmla="*/ 10 w 27"/>
                <a:gd name="T21" fmla="*/ 26 h 28"/>
                <a:gd name="T22" fmla="*/ 11 w 27"/>
                <a:gd name="T23" fmla="*/ 27 h 28"/>
                <a:gd name="T24" fmla="*/ 17 w 27"/>
                <a:gd name="T25" fmla="*/ 21 h 28"/>
                <a:gd name="T26" fmla="*/ 25 w 27"/>
                <a:gd name="T27" fmla="*/ 24 h 28"/>
                <a:gd name="T28" fmla="*/ 25 w 27"/>
                <a:gd name="T29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8">
                  <a:moveTo>
                    <a:pt x="25" y="22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6" y="7"/>
                    <a:pt x="25" y="6"/>
                  </a:cubicBezTo>
                  <a:cubicBezTo>
                    <a:pt x="24" y="5"/>
                    <a:pt x="15" y="8"/>
                    <a:pt x="15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8" y="0"/>
                    <a:pt x="8" y="1"/>
                  </a:cubicBezTo>
                  <a:cubicBezTo>
                    <a:pt x="7" y="3"/>
                    <a:pt x="9" y="10"/>
                    <a:pt x="9" y="10"/>
                  </a:cubicBezTo>
                  <a:cubicBezTo>
                    <a:pt x="9" y="10"/>
                    <a:pt x="2" y="13"/>
                    <a:pt x="1" y="13"/>
                  </a:cubicBezTo>
                  <a:cubicBezTo>
                    <a:pt x="0" y="14"/>
                    <a:pt x="0" y="15"/>
                    <a:pt x="1" y="15"/>
                  </a:cubicBezTo>
                  <a:cubicBezTo>
                    <a:pt x="3" y="16"/>
                    <a:pt x="8" y="18"/>
                    <a:pt x="9" y="18"/>
                  </a:cubicBezTo>
                  <a:cubicBezTo>
                    <a:pt x="9" y="19"/>
                    <a:pt x="9" y="24"/>
                    <a:pt x="10" y="26"/>
                  </a:cubicBezTo>
                  <a:cubicBezTo>
                    <a:pt x="10" y="28"/>
                    <a:pt x="11" y="28"/>
                    <a:pt x="11" y="27"/>
                  </a:cubicBezTo>
                  <a:cubicBezTo>
                    <a:pt x="12" y="27"/>
                    <a:pt x="17" y="21"/>
                    <a:pt x="17" y="21"/>
                  </a:cubicBezTo>
                  <a:cubicBezTo>
                    <a:pt x="17" y="21"/>
                    <a:pt x="23" y="24"/>
                    <a:pt x="25" y="24"/>
                  </a:cubicBezTo>
                  <a:cubicBezTo>
                    <a:pt x="27" y="24"/>
                    <a:pt x="25" y="22"/>
                    <a:pt x="25" y="22"/>
                  </a:cubicBezTo>
                  <a:close/>
                </a:path>
              </a:pathLst>
            </a:custGeom>
            <a:solidFill>
              <a:srgbClr val="42B4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îṧ1ïḑè">
              <a:extLst>
                <a:ext uri="{FF2B5EF4-FFF2-40B4-BE49-F238E27FC236}">
                  <a16:creationId xmlns:a16="http://schemas.microsoft.com/office/drawing/2014/main" id="{22545487-B497-437A-B72A-121ED446C516}"/>
                </a:ext>
              </a:extLst>
            </p:cNvPr>
            <p:cNvSpPr/>
            <p:nvPr userDrawn="1"/>
          </p:nvSpPr>
          <p:spPr bwMode="auto">
            <a:xfrm>
              <a:off x="6199188" y="4465638"/>
              <a:ext cx="65088" cy="666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işļíḓe">
              <a:extLst>
                <a:ext uri="{FF2B5EF4-FFF2-40B4-BE49-F238E27FC236}">
                  <a16:creationId xmlns:a16="http://schemas.microsoft.com/office/drawing/2014/main" id="{18D807C3-12A6-4024-8056-6C6160E9CB54}"/>
                </a:ext>
              </a:extLst>
            </p:cNvPr>
            <p:cNvSpPr/>
            <p:nvPr userDrawn="1"/>
          </p:nvSpPr>
          <p:spPr bwMode="auto">
            <a:xfrm>
              <a:off x="4997451" y="3763963"/>
              <a:ext cx="1208088" cy="1065213"/>
            </a:xfrm>
            <a:custGeom>
              <a:avLst/>
              <a:gdLst>
                <a:gd name="T0" fmla="*/ 298 w 366"/>
                <a:gd name="T1" fmla="*/ 160 h 323"/>
                <a:gd name="T2" fmla="*/ 256 w 366"/>
                <a:gd name="T3" fmla="*/ 166 h 323"/>
                <a:gd name="T4" fmla="*/ 223 w 366"/>
                <a:gd name="T5" fmla="*/ 175 h 323"/>
                <a:gd name="T6" fmla="*/ 178 w 366"/>
                <a:gd name="T7" fmla="*/ 165 h 323"/>
                <a:gd name="T8" fmla="*/ 149 w 366"/>
                <a:gd name="T9" fmla="*/ 175 h 323"/>
                <a:gd name="T10" fmla="*/ 153 w 366"/>
                <a:gd name="T11" fmla="*/ 198 h 323"/>
                <a:gd name="T12" fmla="*/ 98 w 366"/>
                <a:gd name="T13" fmla="*/ 158 h 323"/>
                <a:gd name="T14" fmla="*/ 87 w 366"/>
                <a:gd name="T15" fmla="*/ 153 h 323"/>
                <a:gd name="T16" fmla="*/ 114 w 366"/>
                <a:gd name="T17" fmla="*/ 137 h 323"/>
                <a:gd name="T18" fmla="*/ 86 w 366"/>
                <a:gd name="T19" fmla="*/ 122 h 323"/>
                <a:gd name="T20" fmla="*/ 117 w 366"/>
                <a:gd name="T21" fmla="*/ 75 h 323"/>
                <a:gd name="T22" fmla="*/ 130 w 366"/>
                <a:gd name="T23" fmla="*/ 63 h 323"/>
                <a:gd name="T24" fmla="*/ 153 w 366"/>
                <a:gd name="T25" fmla="*/ 56 h 323"/>
                <a:gd name="T26" fmla="*/ 147 w 366"/>
                <a:gd name="T27" fmla="*/ 34 h 323"/>
                <a:gd name="T28" fmla="*/ 79 w 366"/>
                <a:gd name="T29" fmla="*/ 34 h 323"/>
                <a:gd name="T30" fmla="*/ 77 w 366"/>
                <a:gd name="T31" fmla="*/ 35 h 323"/>
                <a:gd name="T32" fmla="*/ 53 w 366"/>
                <a:gd name="T33" fmla="*/ 108 h 323"/>
                <a:gd name="T34" fmla="*/ 18 w 366"/>
                <a:gd name="T35" fmla="*/ 129 h 323"/>
                <a:gd name="T36" fmla="*/ 18 w 366"/>
                <a:gd name="T37" fmla="*/ 165 h 323"/>
                <a:gd name="T38" fmla="*/ 21 w 366"/>
                <a:gd name="T39" fmla="*/ 176 h 323"/>
                <a:gd name="T40" fmla="*/ 31 w 366"/>
                <a:gd name="T41" fmla="*/ 222 h 323"/>
                <a:gd name="T42" fmla="*/ 58 w 366"/>
                <a:gd name="T43" fmla="*/ 234 h 323"/>
                <a:gd name="T44" fmla="*/ 134 w 366"/>
                <a:gd name="T45" fmla="*/ 239 h 323"/>
                <a:gd name="T46" fmla="*/ 164 w 366"/>
                <a:gd name="T47" fmla="*/ 231 h 323"/>
                <a:gd name="T48" fmla="*/ 234 w 366"/>
                <a:gd name="T49" fmla="*/ 206 h 323"/>
                <a:gd name="T50" fmla="*/ 265 w 366"/>
                <a:gd name="T51" fmla="*/ 190 h 323"/>
                <a:gd name="T52" fmla="*/ 280 w 366"/>
                <a:gd name="T53" fmla="*/ 193 h 323"/>
                <a:gd name="T54" fmla="*/ 296 w 366"/>
                <a:gd name="T55" fmla="*/ 229 h 323"/>
                <a:gd name="T56" fmla="*/ 260 w 366"/>
                <a:gd name="T57" fmla="*/ 245 h 323"/>
                <a:gd name="T58" fmla="*/ 236 w 366"/>
                <a:gd name="T59" fmla="*/ 300 h 323"/>
                <a:gd name="T60" fmla="*/ 344 w 366"/>
                <a:gd name="T61" fmla="*/ 291 h 323"/>
                <a:gd name="T62" fmla="*/ 359 w 366"/>
                <a:gd name="T63" fmla="*/ 242 h 323"/>
                <a:gd name="T64" fmla="*/ 366 w 366"/>
                <a:gd name="T65" fmla="*/ 19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6" h="323">
                  <a:moveTo>
                    <a:pt x="323" y="152"/>
                  </a:moveTo>
                  <a:cubicBezTo>
                    <a:pt x="313" y="152"/>
                    <a:pt x="305" y="155"/>
                    <a:pt x="298" y="160"/>
                  </a:cubicBezTo>
                  <a:cubicBezTo>
                    <a:pt x="294" y="153"/>
                    <a:pt x="286" y="148"/>
                    <a:pt x="278" y="148"/>
                  </a:cubicBezTo>
                  <a:cubicBezTo>
                    <a:pt x="267" y="148"/>
                    <a:pt x="258" y="156"/>
                    <a:pt x="256" y="166"/>
                  </a:cubicBezTo>
                  <a:cubicBezTo>
                    <a:pt x="252" y="164"/>
                    <a:pt x="248" y="162"/>
                    <a:pt x="243" y="162"/>
                  </a:cubicBezTo>
                  <a:cubicBezTo>
                    <a:pt x="234" y="162"/>
                    <a:pt x="227" y="167"/>
                    <a:pt x="223" y="175"/>
                  </a:cubicBezTo>
                  <a:cubicBezTo>
                    <a:pt x="215" y="167"/>
                    <a:pt x="205" y="162"/>
                    <a:pt x="194" y="162"/>
                  </a:cubicBezTo>
                  <a:cubicBezTo>
                    <a:pt x="188" y="162"/>
                    <a:pt x="183" y="163"/>
                    <a:pt x="178" y="165"/>
                  </a:cubicBezTo>
                  <a:cubicBezTo>
                    <a:pt x="175" y="162"/>
                    <a:pt x="170" y="159"/>
                    <a:pt x="165" y="159"/>
                  </a:cubicBezTo>
                  <a:cubicBezTo>
                    <a:pt x="156" y="159"/>
                    <a:pt x="149" y="166"/>
                    <a:pt x="149" y="175"/>
                  </a:cubicBezTo>
                  <a:cubicBezTo>
                    <a:pt x="149" y="180"/>
                    <a:pt x="152" y="185"/>
                    <a:pt x="156" y="188"/>
                  </a:cubicBezTo>
                  <a:cubicBezTo>
                    <a:pt x="154" y="191"/>
                    <a:pt x="154" y="194"/>
                    <a:pt x="153" y="198"/>
                  </a:cubicBezTo>
                  <a:cubicBezTo>
                    <a:pt x="151" y="197"/>
                    <a:pt x="148" y="196"/>
                    <a:pt x="146" y="196"/>
                  </a:cubicBezTo>
                  <a:cubicBezTo>
                    <a:pt x="141" y="174"/>
                    <a:pt x="121" y="158"/>
                    <a:pt x="98" y="158"/>
                  </a:cubicBezTo>
                  <a:cubicBezTo>
                    <a:pt x="92" y="158"/>
                    <a:pt x="86" y="159"/>
                    <a:pt x="80" y="161"/>
                  </a:cubicBezTo>
                  <a:cubicBezTo>
                    <a:pt x="83" y="159"/>
                    <a:pt x="86" y="156"/>
                    <a:pt x="87" y="153"/>
                  </a:cubicBezTo>
                  <a:cubicBezTo>
                    <a:pt x="90" y="154"/>
                    <a:pt x="93" y="155"/>
                    <a:pt x="96" y="155"/>
                  </a:cubicBezTo>
                  <a:cubicBezTo>
                    <a:pt x="106" y="155"/>
                    <a:pt x="114" y="147"/>
                    <a:pt x="114" y="137"/>
                  </a:cubicBezTo>
                  <a:cubicBezTo>
                    <a:pt x="114" y="127"/>
                    <a:pt x="106" y="119"/>
                    <a:pt x="96" y="119"/>
                  </a:cubicBezTo>
                  <a:cubicBezTo>
                    <a:pt x="93" y="119"/>
                    <a:pt x="89" y="120"/>
                    <a:pt x="86" y="122"/>
                  </a:cubicBezTo>
                  <a:cubicBezTo>
                    <a:pt x="85" y="119"/>
                    <a:pt x="83" y="118"/>
                    <a:pt x="82" y="116"/>
                  </a:cubicBezTo>
                  <a:cubicBezTo>
                    <a:pt x="102" y="113"/>
                    <a:pt x="117" y="96"/>
                    <a:pt x="117" y="75"/>
                  </a:cubicBezTo>
                  <a:cubicBezTo>
                    <a:pt x="117" y="73"/>
                    <a:pt x="117" y="70"/>
                    <a:pt x="117" y="67"/>
                  </a:cubicBezTo>
                  <a:cubicBezTo>
                    <a:pt x="122" y="67"/>
                    <a:pt x="126" y="65"/>
                    <a:pt x="130" y="63"/>
                  </a:cubicBezTo>
                  <a:cubicBezTo>
                    <a:pt x="132" y="66"/>
                    <a:pt x="136" y="69"/>
                    <a:pt x="141" y="69"/>
                  </a:cubicBezTo>
                  <a:cubicBezTo>
                    <a:pt x="148" y="69"/>
                    <a:pt x="153" y="63"/>
                    <a:pt x="153" y="56"/>
                  </a:cubicBezTo>
                  <a:cubicBezTo>
                    <a:pt x="153" y="51"/>
                    <a:pt x="150" y="46"/>
                    <a:pt x="145" y="44"/>
                  </a:cubicBezTo>
                  <a:cubicBezTo>
                    <a:pt x="146" y="41"/>
                    <a:pt x="147" y="37"/>
                    <a:pt x="147" y="34"/>
                  </a:cubicBezTo>
                  <a:cubicBezTo>
                    <a:pt x="147" y="15"/>
                    <a:pt x="131" y="0"/>
                    <a:pt x="113" y="0"/>
                  </a:cubicBezTo>
                  <a:cubicBezTo>
                    <a:pt x="94" y="0"/>
                    <a:pt x="79" y="15"/>
                    <a:pt x="79" y="34"/>
                  </a:cubicBezTo>
                  <a:cubicBezTo>
                    <a:pt x="79" y="34"/>
                    <a:pt x="79" y="34"/>
                    <a:pt x="79" y="35"/>
                  </a:cubicBezTo>
                  <a:cubicBezTo>
                    <a:pt x="78" y="35"/>
                    <a:pt x="77" y="35"/>
                    <a:pt x="77" y="35"/>
                  </a:cubicBezTo>
                  <a:cubicBezTo>
                    <a:pt x="54" y="35"/>
                    <a:pt x="36" y="53"/>
                    <a:pt x="36" y="75"/>
                  </a:cubicBezTo>
                  <a:cubicBezTo>
                    <a:pt x="36" y="89"/>
                    <a:pt x="43" y="101"/>
                    <a:pt x="53" y="108"/>
                  </a:cubicBezTo>
                  <a:cubicBezTo>
                    <a:pt x="41" y="111"/>
                    <a:pt x="32" y="121"/>
                    <a:pt x="30" y="133"/>
                  </a:cubicBezTo>
                  <a:cubicBezTo>
                    <a:pt x="27" y="130"/>
                    <a:pt x="23" y="129"/>
                    <a:pt x="18" y="129"/>
                  </a:cubicBezTo>
                  <a:cubicBezTo>
                    <a:pt x="8" y="129"/>
                    <a:pt x="0" y="137"/>
                    <a:pt x="0" y="147"/>
                  </a:cubicBezTo>
                  <a:cubicBezTo>
                    <a:pt x="0" y="157"/>
                    <a:pt x="8" y="165"/>
                    <a:pt x="18" y="165"/>
                  </a:cubicBezTo>
                  <a:cubicBezTo>
                    <a:pt x="20" y="165"/>
                    <a:pt x="22" y="165"/>
                    <a:pt x="23" y="164"/>
                  </a:cubicBezTo>
                  <a:cubicBezTo>
                    <a:pt x="22" y="168"/>
                    <a:pt x="21" y="172"/>
                    <a:pt x="21" y="176"/>
                  </a:cubicBezTo>
                  <a:cubicBezTo>
                    <a:pt x="21" y="191"/>
                    <a:pt x="32" y="203"/>
                    <a:pt x="46" y="206"/>
                  </a:cubicBezTo>
                  <a:cubicBezTo>
                    <a:pt x="38" y="207"/>
                    <a:pt x="31" y="213"/>
                    <a:pt x="31" y="222"/>
                  </a:cubicBezTo>
                  <a:cubicBezTo>
                    <a:pt x="31" y="231"/>
                    <a:pt x="39" y="238"/>
                    <a:pt x="47" y="238"/>
                  </a:cubicBezTo>
                  <a:cubicBezTo>
                    <a:pt x="51" y="238"/>
                    <a:pt x="55" y="236"/>
                    <a:pt x="58" y="234"/>
                  </a:cubicBezTo>
                  <a:cubicBezTo>
                    <a:pt x="67" y="247"/>
                    <a:pt x="81" y="255"/>
                    <a:pt x="98" y="255"/>
                  </a:cubicBezTo>
                  <a:cubicBezTo>
                    <a:pt x="113" y="255"/>
                    <a:pt x="126" y="249"/>
                    <a:pt x="134" y="239"/>
                  </a:cubicBezTo>
                  <a:cubicBezTo>
                    <a:pt x="138" y="240"/>
                    <a:pt x="141" y="241"/>
                    <a:pt x="145" y="241"/>
                  </a:cubicBezTo>
                  <a:cubicBezTo>
                    <a:pt x="153" y="241"/>
                    <a:pt x="160" y="237"/>
                    <a:pt x="164" y="231"/>
                  </a:cubicBezTo>
                  <a:cubicBezTo>
                    <a:pt x="171" y="239"/>
                    <a:pt x="182" y="244"/>
                    <a:pt x="194" y="244"/>
                  </a:cubicBezTo>
                  <a:cubicBezTo>
                    <a:pt x="215" y="244"/>
                    <a:pt x="233" y="227"/>
                    <a:pt x="234" y="206"/>
                  </a:cubicBezTo>
                  <a:cubicBezTo>
                    <a:pt x="237" y="207"/>
                    <a:pt x="240" y="207"/>
                    <a:pt x="243" y="207"/>
                  </a:cubicBezTo>
                  <a:cubicBezTo>
                    <a:pt x="254" y="207"/>
                    <a:pt x="263" y="200"/>
                    <a:pt x="265" y="190"/>
                  </a:cubicBezTo>
                  <a:cubicBezTo>
                    <a:pt x="269" y="192"/>
                    <a:pt x="273" y="194"/>
                    <a:pt x="278" y="194"/>
                  </a:cubicBezTo>
                  <a:cubicBezTo>
                    <a:pt x="278" y="194"/>
                    <a:pt x="279" y="194"/>
                    <a:pt x="280" y="193"/>
                  </a:cubicBezTo>
                  <a:cubicBezTo>
                    <a:pt x="280" y="194"/>
                    <a:pt x="280" y="195"/>
                    <a:pt x="280" y="195"/>
                  </a:cubicBezTo>
                  <a:cubicBezTo>
                    <a:pt x="280" y="209"/>
                    <a:pt x="286" y="221"/>
                    <a:pt x="296" y="229"/>
                  </a:cubicBezTo>
                  <a:cubicBezTo>
                    <a:pt x="294" y="229"/>
                    <a:pt x="291" y="228"/>
                    <a:pt x="288" y="228"/>
                  </a:cubicBezTo>
                  <a:cubicBezTo>
                    <a:pt x="276" y="228"/>
                    <a:pt x="266" y="235"/>
                    <a:pt x="260" y="245"/>
                  </a:cubicBezTo>
                  <a:cubicBezTo>
                    <a:pt x="245" y="255"/>
                    <a:pt x="235" y="272"/>
                    <a:pt x="235" y="291"/>
                  </a:cubicBezTo>
                  <a:cubicBezTo>
                    <a:pt x="235" y="294"/>
                    <a:pt x="235" y="297"/>
                    <a:pt x="236" y="300"/>
                  </a:cubicBezTo>
                  <a:cubicBezTo>
                    <a:pt x="263" y="300"/>
                    <a:pt x="302" y="305"/>
                    <a:pt x="334" y="323"/>
                  </a:cubicBezTo>
                  <a:cubicBezTo>
                    <a:pt x="340" y="314"/>
                    <a:pt x="344" y="303"/>
                    <a:pt x="344" y="291"/>
                  </a:cubicBezTo>
                  <a:cubicBezTo>
                    <a:pt x="344" y="283"/>
                    <a:pt x="342" y="275"/>
                    <a:pt x="338" y="268"/>
                  </a:cubicBezTo>
                  <a:cubicBezTo>
                    <a:pt x="350" y="265"/>
                    <a:pt x="359" y="255"/>
                    <a:pt x="359" y="242"/>
                  </a:cubicBezTo>
                  <a:cubicBezTo>
                    <a:pt x="359" y="236"/>
                    <a:pt x="357" y="230"/>
                    <a:pt x="354" y="226"/>
                  </a:cubicBezTo>
                  <a:cubicBezTo>
                    <a:pt x="362" y="218"/>
                    <a:pt x="366" y="207"/>
                    <a:pt x="366" y="195"/>
                  </a:cubicBezTo>
                  <a:cubicBezTo>
                    <a:pt x="366" y="171"/>
                    <a:pt x="347" y="152"/>
                    <a:pt x="323" y="152"/>
                  </a:cubicBezTo>
                  <a:close/>
                </a:path>
              </a:pathLst>
            </a:cu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ïṧľïďè">
              <a:extLst>
                <a:ext uri="{FF2B5EF4-FFF2-40B4-BE49-F238E27FC236}">
                  <a16:creationId xmlns:a16="http://schemas.microsoft.com/office/drawing/2014/main" id="{ABD13154-1595-4366-835F-547D954ED171}"/>
                </a:ext>
              </a:extLst>
            </p:cNvPr>
            <p:cNvSpPr/>
            <p:nvPr userDrawn="1"/>
          </p:nvSpPr>
          <p:spPr bwMode="auto">
            <a:xfrm>
              <a:off x="4838701" y="4076700"/>
              <a:ext cx="122238" cy="122238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íṥľîḍé">
              <a:extLst>
                <a:ext uri="{FF2B5EF4-FFF2-40B4-BE49-F238E27FC236}">
                  <a16:creationId xmlns:a16="http://schemas.microsoft.com/office/drawing/2014/main" id="{410E68E7-13FD-4643-942F-FACC327968ED}"/>
                </a:ext>
              </a:extLst>
            </p:cNvPr>
            <p:cNvSpPr/>
            <p:nvPr userDrawn="1"/>
          </p:nvSpPr>
          <p:spPr bwMode="auto">
            <a:xfrm>
              <a:off x="5095876" y="3678238"/>
              <a:ext cx="115888" cy="11430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î$ļïḋê">
              <a:extLst>
                <a:ext uri="{FF2B5EF4-FFF2-40B4-BE49-F238E27FC236}">
                  <a16:creationId xmlns:a16="http://schemas.microsoft.com/office/drawing/2014/main" id="{00E79D5E-77F8-4716-860A-690847F0DD5D}"/>
                </a:ext>
              </a:extLst>
            </p:cNvPr>
            <p:cNvSpPr/>
            <p:nvPr userDrawn="1"/>
          </p:nvSpPr>
          <p:spPr bwMode="auto">
            <a:xfrm>
              <a:off x="5245101" y="3552825"/>
              <a:ext cx="165100" cy="16510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ïşḻîdé">
              <a:extLst>
                <a:ext uri="{FF2B5EF4-FFF2-40B4-BE49-F238E27FC236}">
                  <a16:creationId xmlns:a16="http://schemas.microsoft.com/office/drawing/2014/main" id="{20E4836E-10E8-493F-BEAE-49AB863673AE}"/>
                </a:ext>
              </a:extLst>
            </p:cNvPr>
            <p:cNvSpPr/>
            <p:nvPr userDrawn="1"/>
          </p:nvSpPr>
          <p:spPr bwMode="auto">
            <a:xfrm>
              <a:off x="5481638" y="3667125"/>
              <a:ext cx="82550" cy="82550"/>
            </a:xfrm>
            <a:prstGeom prst="ellipse">
              <a:avLst/>
            </a:prstGeom>
            <a:solidFill>
              <a:srgbClr val="F3FAFC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2026/8/12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HOWCASE" val="cefddac2-ce0c-4b57-99fc-89625d00cc66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7E5EA4"/>
      </a:accent1>
      <a:accent2>
        <a:srgbClr val="AE1D1C"/>
      </a:accent2>
      <a:accent3>
        <a:srgbClr val="444444"/>
      </a:accent3>
      <a:accent4>
        <a:srgbClr val="162336"/>
      </a:accent4>
      <a:accent5>
        <a:srgbClr val="26377C"/>
      </a:accent5>
      <a:accent6>
        <a:srgbClr val="85D3D3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" baseType="lpstr">
      <vt:lpstr>Arial</vt:lpstr>
      <vt:lpstr>Calibri</vt:lpstr>
      <vt:lpstr>主题5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雯迪 苗</cp:lastModifiedBy>
  <cp:revision>3</cp:revision>
  <cp:lastPrinted>2019-10-14T16:00:00Z</cp:lastPrinted>
  <dcterms:created xsi:type="dcterms:W3CDTF">2019-10-14T16:00:00Z</dcterms:created>
  <dcterms:modified xsi:type="dcterms:W3CDTF">2026-08-12T05:05:15Z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